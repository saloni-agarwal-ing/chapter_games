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Drop Game - Complete Project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Multiplayer WebSocket Implementation &amp; Architecture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Drop Game</a:t>
            </a:r>
            <a:r>
              <a:rPr/>
              <a:t> is a real-time multiplayer arcade game built with LibGDX and Java WebSockets. Players control buckets to catch falling raindrops while competing against each other in a shared game world.</a:t>
            </a:r>
          </a:p>
          <a:p>
            <a:pPr lvl="0" indent="0" marL="0">
              <a:buNone/>
            </a:pPr>
            <a:r>
              <a:rPr b="1"/>
              <a:t>Key Technologies:</a:t>
            </a:r>
            <a:r>
              <a:rPr/>
              <a:t> - </a:t>
            </a:r>
            <a:r>
              <a:rPr b="1"/>
              <a:t>LibGDX</a:t>
            </a:r>
            <a:r>
              <a:rPr/>
              <a:t>: Cross-platform game framework - </a:t>
            </a:r>
            <a:r>
              <a:rPr b="1"/>
              <a:t>Java WebSockets</a:t>
            </a:r>
            <a:r>
              <a:rPr/>
              <a:t>: Real-time multiplayer communication</a:t>
            </a:r>
            <a:br/>
            <a:r>
              <a:rPr/>
              <a:t>- </a:t>
            </a:r>
            <a:r>
              <a:rPr b="1"/>
              <a:t>Docker</a:t>
            </a:r>
            <a:r>
              <a:rPr/>
              <a:t>: Containerized deployment - </a:t>
            </a:r>
            <a:r>
              <a:rPr b="1"/>
              <a:t>Websockify</a:t>
            </a:r>
            <a:r>
              <a:rPr/>
              <a:t>: WebSocket-to-TCP proxy for browser access - </a:t>
            </a:r>
            <a:r>
              <a:rPr b="1"/>
              <a:t>Cloud Deployment</a:t>
            </a:r>
            <a:r>
              <a:rPr/>
              <a:t>: Render.com hosting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Game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    WebSocket     ┌─────────────────┐
│   Game Client   │ ←──────────────→ │   Game Server   │
│   (LibGDX)      │  ws://host:8887  │  (Java WS)      │
└─────────────────┘                  └─────────────────┘
        │                                     │
   ┌────▼────┐                          ┌────▼────┐
   │ Input   │                          │ Game    │
   │Handler  │                          │ State   │
   │&amp; Render │                          │Manager  │
   └─────────┘                          └─────────┘
For Browser Access:
┌─────────────────┐   WebSocket   ┌─────────────────┐   TCP   ┌─────────────────┐
│   Web Browser   │ ←────────────→ │   Websockify    │ ←──────→ │   Game Server   │
│   (HTML/JS)     │  wss://host:443│   Proxy         │ :8887   │   (Java WS)     │
└─────────────────┘                └─────────────────┘         └─────────────────┘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the Game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Gameplay Mechanics</a:t>
            </a:r>
          </a:p>
          <a:p>
            <a:pPr lvl="0" indent="0" marL="0">
              <a:buNone/>
            </a:pPr>
            <a:r>
              <a:rPr b="1"/>
              <a:t>1. Game World:</a:t>
            </a:r>
            <a:r>
              <a:rPr/>
              <a:t> - 8x5 unit coordinate system - Raindrops spawn randomly at the top - Players control buckets at the bottom - Physics: gravity affects falling drops</a:t>
            </a:r>
          </a:p>
          <a:p>
            <a:pPr lvl="0" indent="0" marL="0">
              <a:buNone/>
            </a:pPr>
            <a:r>
              <a:rPr b="1"/>
              <a:t>2. Player Actions:</a:t>
            </a:r>
            <a:r>
              <a:rPr/>
              <a:t> - Move bucket left/right - Catch falling raindrops - Score increases with each catch - Real-time position updates to server</a:t>
            </a:r>
          </a:p>
          <a:p>
            <a:pPr lvl="0" indent="0" marL="0">
              <a:buNone/>
            </a:pPr>
            <a:r>
              <a:rPr b="1"/>
              <a:t>3. Multiplayer Features:</a:t>
            </a:r>
            <a:r>
              <a:rPr/>
              <a:t> - Multiple players in same game world - Real-time synchronization - Shared scoreboard - Player identification with colors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WebSocket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Server Side (WebGameServer.java)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WebGameServer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WebSocketServer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Player management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WebSocket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clients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playerNames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WebSocket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connectionToPlayerId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Game state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bucketPositions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drops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ArrayList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scoreboard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&lt;&gt;();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The onMessage() Method Explained: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onMessage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WebSocket conn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message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1. Parse incoming JSON message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Object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msg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gson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fromJson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message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TypeToken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Object</a:t>
            </a:r>
            <a:r>
              <a:rPr>
                <a:solidFill>
                  <a:srgbClr val="666666"/>
                </a:solidFill>
                <a:latin typeface="Courier"/>
              </a:rPr>
              <a:t>&gt;&gt;(){}.</a:t>
            </a:r>
            <a:r>
              <a:rPr>
                <a:solidFill>
                  <a:srgbClr val="06287E"/>
                </a:solidFill>
                <a:latin typeface="Courier"/>
              </a:rPr>
              <a:t>getType</a:t>
            </a:r>
            <a:r>
              <a:rPr>
                <a:solidFill>
                  <a:srgbClr val="666666"/>
                </a:solidFill>
                <a:latin typeface="Courier"/>
              </a:rPr>
              <a:t>());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type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msg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2. Handle different message types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"join"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equals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type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New player joining - assign ID, add to game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playerName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msg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"playerName"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playerId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nextPlayerId</a:t>
            </a:r>
            <a:r>
              <a:rPr>
                <a:solidFill>
                  <a:srgbClr val="666666"/>
                </a:solidFill>
                <a:latin typeface="Courier"/>
              </a:rPr>
              <a:t>++;</a:t>
            </a:r>
            <a:br/>
            <a:r>
              <a:rPr>
                <a:latin typeface="Courier"/>
              </a:rPr>
              <a:t>        clients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playerId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conn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playerNames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playerId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playerName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connectionToPlayerId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playerId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Send welcome message with player ID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"move"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equals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type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Player movement - update bucket position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direction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msg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"direction"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Update bucket position based on direction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"moveTo"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equals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type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Direct position update (for mouse/touch)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msg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"x"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Set bucket to specific x coordinate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3. Broadcast updated game state to all clients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broadcastGameState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What onMessage() Does:</a:t>
            </a:r>
            <a:r>
              <a:rPr/>
              <a:t> 1. </a:t>
            </a:r>
            <a:r>
              <a:rPr b="1"/>
              <a:t>Receives</a:t>
            </a:r>
            <a:r>
              <a:rPr/>
              <a:t> JSON messages from any connected client 2. </a:t>
            </a:r>
            <a:r>
              <a:rPr b="1"/>
              <a:t>Parses</a:t>
            </a:r>
            <a:r>
              <a:rPr/>
              <a:t> the message to determine action type 3. </a:t>
            </a:r>
            <a:r>
              <a:rPr b="1"/>
              <a:t>Updates</a:t>
            </a:r>
            <a:r>
              <a:rPr/>
              <a:t> game state based on the message 4. </a:t>
            </a:r>
            <a:r>
              <a:rPr b="1"/>
              <a:t>Broadcasts</a:t>
            </a:r>
            <a:r>
              <a:rPr/>
              <a:t> the new state to all connected players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Client Side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Main.java (LibGDX Client)</a:t>
            </a:r>
          </a:p>
          <a:p>
            <a:pPr lvl="0" indent="0" marL="0">
              <a:buNone/>
            </a:pPr>
            <a:r>
              <a:rPr b="1"/>
              <a:t>WebSocket Client Setup: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Main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ApplicationAdapter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WebSocketClient wsClient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myPlayerId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Connect to server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connectToServer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serverUri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playerName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URI</a:t>
            </a:r>
            <a:r>
              <a:rPr>
                <a:latin typeface="Courier"/>
              </a:rPr>
              <a:t> uri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URI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serverUri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wsClient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WebSocketClient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uri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onMessage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message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Handle server messages (game state updates)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06287E"/>
                </a:solidFill>
                <a:latin typeface="Courier"/>
              </a:rPr>
              <a:t>updateGameState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message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latin typeface="Courier"/>
              </a:rPr>
              <a:t>        wsClient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connect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Send join message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sendJoinMessage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playerName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Message Flow:</a:t>
            </a:r>
            <a:r>
              <a:rPr/>
              <a:t> 1. Client sends movement commands to server 2. Server updates game state 3. Server broadcasts new state to all clients 4. Clients update their local display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WebSocket Protocol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Message Types</a:t>
            </a:r>
          </a:p>
          <a:p>
            <a:pPr lvl="0" indent="0" marL="0">
              <a:buNone/>
            </a:pPr>
            <a:r>
              <a:rPr b="1"/>
              <a:t>1. Join Message (Client → Server):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"join"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"playerName"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"Player1"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2. Movement Message (Client → Server):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"move"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"direction"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"left"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3. Position Message (Client → Server):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"moveTo"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"x"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3.5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4. Game State Message (Server → All Clients):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"gameState"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"scoreboard"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"1"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"2"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"playerNames"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"1"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"Alice"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"2"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"Bob"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"bucketPositions"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"1"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2.5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"2"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"drops"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"x"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1.5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"y"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3.2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"worldWidth"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"worldHeight"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Local Development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Start server locally</a:t>
            </a:r>
            <a:br/>
            <a:r>
              <a:rPr>
                <a:latin typeface="Courier"/>
              </a:rPr>
              <a:t>./gradlew :core:run </a:t>
            </a:r>
            <a:r>
              <a:rPr>
                <a:solidFill>
                  <a:srgbClr val="7D9029"/>
                </a:solidFill>
                <a:latin typeface="Courier"/>
              </a:rPr>
              <a:t>--args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'io.github.Games.Drop.WebGameServer'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Start client locally  </a:t>
            </a:r>
            <a:br/>
            <a:r>
              <a:rPr>
                <a:latin typeface="Courier"/>
              </a:rPr>
              <a:t>./gradlew :lwjgl3:run </a:t>
            </a:r>
            <a:r>
              <a:rPr>
                <a:solidFill>
                  <a:srgbClr val="7D9029"/>
                </a:solidFill>
                <a:latin typeface="Courier"/>
              </a:rPr>
              <a:t>-PplayerName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Player1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Docker Deployment</a:t>
            </a:r>
          </a:p>
          <a:p>
            <a:pPr lvl="0" indent="0" marL="0">
              <a:buNone/>
            </a:pPr>
            <a:r>
              <a:rPr b="1"/>
              <a:t>1. Server Container (Dockerfile):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eclipse-temurin:8-jre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WORKDIR</a:t>
            </a:r>
            <a:r>
              <a:rPr>
                <a:latin typeface="Courier"/>
              </a:rPr>
              <a:t> /app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COPY</a:t>
            </a:r>
            <a:r>
              <a:rPr>
                <a:latin typeface="Courier"/>
              </a:rPr>
              <a:t> games/core/build/libs/drop-server-1.0.0-all.jar /app/drop-server.jar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EXPOSE</a:t>
            </a:r>
            <a:r>
              <a:rPr>
                <a:latin typeface="Courier"/>
              </a:rPr>
              <a:t> 8887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CMD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"java"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"-cp"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"drop-server.jar"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"io.github.Games.Drop.WebGameServer"</a:t>
            </a:r>
            <a:r>
              <a:rPr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 b="1"/>
              <a:t>2. Client Container (Dockerfile.client):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eclipse-temurin:8-jre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Copy client JAR and run LibGDX client</a:t>
            </a:r>
          </a:p>
          <a:p>
            <a:pPr lvl="0" indent="0" marL="0">
              <a:buNone/>
            </a:pPr>
            <a:r>
              <a:rPr b="1"/>
              <a:t>3. Websockify Proxy (Dockerfile.websockify):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python:3.11-slim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RUN</a:t>
            </a:r>
            <a:r>
              <a:rPr>
                <a:latin typeface="Courier"/>
              </a:rPr>
              <a:t> pip install websockify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COPY</a:t>
            </a:r>
            <a:r>
              <a:rPr>
                <a:latin typeface="Courier"/>
              </a:rPr>
              <a:t> games/start-websockify.sh /app/start-websockify.sh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CMD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"/app/start-websockify.sh"</a:t>
            </a:r>
            <a:r>
              <a:rPr>
                <a:latin typeface="Courier"/>
              </a:rPr>
              <a:t>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Websockify Proxy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Websockify?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Bridges WebSocket connections (browsers) with TCP connections (Java server)</a:t>
            </a:r>
          </a:p>
          <a:p>
            <a:pPr lvl="0" indent="0" marL="0">
              <a:buNone/>
            </a:pPr>
            <a:r>
              <a:rPr b="1"/>
              <a:t>The start-websockify.sh Script: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#!/bin/sh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Use Render.com provided PORT or default to 10000</a:t>
            </a:r>
            <a:br/>
            <a:r>
              <a:rPr>
                <a:solidFill>
                  <a:srgbClr val="19177C"/>
                </a:solidFill>
                <a:latin typeface="Courier"/>
              </a:rPr>
              <a:t>PUBLIC_PORT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${PORT</a:t>
            </a:r>
            <a:r>
              <a:rPr>
                <a:solidFill>
                  <a:srgbClr val="666666"/>
                </a:solidFill>
                <a:latin typeface="Courier"/>
              </a:rPr>
              <a:t>:-</a:t>
            </a:r>
            <a:r>
              <a:rPr>
                <a:latin typeface="Courier"/>
              </a:rPr>
              <a:t>10000</a:t>
            </a:r>
            <a:r>
              <a:rPr>
                <a:solidFill>
                  <a:srgbClr val="19177C"/>
                </a:solidFill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Target host and port (Java server)</a:t>
            </a:r>
            <a:br/>
            <a:r>
              <a:rPr>
                <a:solidFill>
                  <a:srgbClr val="19177C"/>
                </a:solidFill>
                <a:latin typeface="Courier"/>
              </a:rPr>
              <a:t>TARGET_HOST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${TARGET_HOST</a:t>
            </a:r>
            <a:r>
              <a:rPr>
                <a:solidFill>
                  <a:srgbClr val="666666"/>
                </a:solidFill>
                <a:latin typeface="Courier"/>
              </a:rPr>
              <a:t>:-</a:t>
            </a:r>
            <a:r>
              <a:rPr>
                <a:latin typeface="Courier"/>
              </a:rPr>
              <a:t>localhost</a:t>
            </a:r>
            <a:r>
              <a:rPr>
                <a:solidFill>
                  <a:srgbClr val="19177C"/>
                </a:solidFill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19177C"/>
                </a:solidFill>
                <a:latin typeface="Courier"/>
              </a:rPr>
              <a:t>TARGET_PORT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${TARGET_PORT</a:t>
            </a:r>
            <a:r>
              <a:rPr>
                <a:solidFill>
                  <a:srgbClr val="666666"/>
                </a:solidFill>
                <a:latin typeface="Courier"/>
              </a:rPr>
              <a:t>:-</a:t>
            </a:r>
            <a:r>
              <a:rPr>
                <a:latin typeface="Courier"/>
              </a:rPr>
              <a:t>8887</a:t>
            </a:r>
            <a:r>
              <a:rPr>
                <a:solidFill>
                  <a:srgbClr val="19177C"/>
                </a:solidFill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Start websockify proxy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exec</a:t>
            </a:r>
            <a:r>
              <a:rPr>
                <a:latin typeface="Courier"/>
              </a:rPr>
              <a:t> websockify </a:t>
            </a:r>
            <a:r>
              <a:rPr>
                <a:solidFill>
                  <a:srgbClr val="7D9029"/>
                </a:solidFill>
                <a:latin typeface="Courier"/>
              </a:rPr>
              <a:t>--web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./ </a:t>
            </a:r>
            <a:r>
              <a:rPr>
                <a:solidFill>
                  <a:srgbClr val="7D9029"/>
                </a:solidFill>
                <a:latin typeface="Courier"/>
              </a:rPr>
              <a:t>--verbose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$PUBLIC_PORT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$TARGET_HOST</a:t>
            </a:r>
            <a:r>
              <a:rPr>
                <a:solidFill>
                  <a:srgbClr val="4070A0"/>
                </a:solidFill>
                <a:latin typeface="Courier"/>
              </a:rPr>
              <a:t>:</a:t>
            </a:r>
            <a:r>
              <a:rPr>
                <a:solidFill>
                  <a:srgbClr val="19177C"/>
                </a:solidFill>
                <a:latin typeface="Courier"/>
              </a:rPr>
              <a:t>$TARGET_PORT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</a:p>
          <a:p>
            <a:pPr lvl="0" indent="0" marL="0">
              <a:buNone/>
            </a:pPr>
            <a:r>
              <a:rPr b="1"/>
              <a:t>What It Does:</a:t>
            </a:r>
            <a:r>
              <a:rPr/>
              <a:t> 1. </a:t>
            </a:r>
            <a:r>
              <a:rPr b="1"/>
              <a:t>Listens</a:t>
            </a:r>
            <a:r>
              <a:rPr/>
              <a:t> on public port (10000) for WebSocket connections 2. </a:t>
            </a:r>
            <a:r>
              <a:rPr b="1"/>
              <a:t>Forwards</a:t>
            </a:r>
            <a:r>
              <a:rPr/>
              <a:t> WebSocket messages to TCP port (8887) where Java server runs 3. </a:t>
            </a:r>
            <a:r>
              <a:rPr b="1"/>
              <a:t>Converts</a:t>
            </a:r>
            <a:r>
              <a:rPr/>
              <a:t> between WebSocket protocol and raw TCP 4. </a:t>
            </a:r>
            <a:r>
              <a:rPr b="1"/>
              <a:t>Serves</a:t>
            </a:r>
            <a:r>
              <a:rPr/>
              <a:t> static web files for browser clients</a:t>
            </a:r>
          </a:p>
          <a:p>
            <a:pPr lvl="0" indent="0" marL="0">
              <a:buNone/>
            </a:pPr>
            <a:r>
              <a:rPr b="1"/>
              <a:t>Why Needed:</a:t>
            </a:r>
            <a:r>
              <a:rPr/>
              <a:t> - Browsers can only make WebSocket connections - Java server uses TCP sockets - Cloud platforms (Render.com) typically only expose ports 80/443 - Websockify translates between these protocols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 Deployment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GitHub Repository</a:t>
            </a:r>
          </a:p>
          <a:p>
            <a:pPr lvl="0"/>
            <a:r>
              <a:rPr/>
              <a:t>Code pushed to: https://github.com/saloni-agarwal-ing/Chapter_Games</a:t>
            </a:r>
          </a:p>
          <a:p>
            <a:pPr lvl="0"/>
            <a:r>
              <a:rPr/>
              <a:t>Contains all source code, Dockerfiles, and configuration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Render.com Deployment</a:t>
            </a:r>
          </a:p>
          <a:p>
            <a:pPr lvl="0"/>
            <a:r>
              <a:rPr b="1"/>
              <a:t>Service URL:</a:t>
            </a:r>
            <a:r>
              <a:rPr/>
              <a:t> https://chapter-games-websockify.onrender.com</a:t>
            </a:r>
          </a:p>
          <a:p>
            <a:pPr lvl="0"/>
            <a:r>
              <a:rPr b="1"/>
              <a:t>Architecture:</a:t>
            </a:r>
            <a:r>
              <a:rPr/>
              <a:t> Websockify proxy → Java game server</a:t>
            </a:r>
          </a:p>
          <a:p>
            <a:pPr lvl="0"/>
            <a:r>
              <a:rPr b="1"/>
              <a:t>Port Configuration:</a:t>
            </a:r>
            <a:r>
              <a:rPr/>
              <a:t> 443 (HTTPS) → 10000 (websockify) → 8887 (Java server)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Connection Testing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Test HTTPS connectivity</a:t>
            </a:r>
            <a:br/>
            <a:r>
              <a:rPr>
                <a:latin typeface="Courier"/>
              </a:rPr>
              <a:t>nc </a:t>
            </a:r>
            <a:r>
              <a:rPr>
                <a:solidFill>
                  <a:srgbClr val="7D9029"/>
                </a:solidFill>
                <a:latin typeface="Courier"/>
              </a:rPr>
              <a:t>-vz</a:t>
            </a:r>
            <a:r>
              <a:rPr>
                <a:latin typeface="Courier"/>
              </a:rPr>
              <a:t> chapter-games-websockify.onrender.com 443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Result: Connection succeeded!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Test WebSocket proxy port  </a:t>
            </a:r>
            <a:br/>
            <a:r>
              <a:rPr>
                <a:latin typeface="Courier"/>
              </a:rPr>
              <a:t>nc </a:t>
            </a:r>
            <a:r>
              <a:rPr>
                <a:solidFill>
                  <a:srgbClr val="7D9029"/>
                </a:solidFill>
                <a:latin typeface="Courier"/>
              </a:rPr>
              <a:t>-vz</a:t>
            </a:r>
            <a:r>
              <a:rPr>
                <a:latin typeface="Courier"/>
              </a:rPr>
              <a:t> chapter-games-websockify.onrender.com 10000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Result: Connection timeout (port not exposed externally)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Client Connection String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For desktop clients</a:t>
            </a:r>
            <a:br/>
            <a:r>
              <a:rPr>
                <a:latin typeface="Courier"/>
              </a:rPr>
              <a:t>./gradlew :lwjgl3:run </a:t>
            </a:r>
            <a:r>
              <a:rPr>
                <a:solidFill>
                  <a:srgbClr val="7D9029"/>
                </a:solidFill>
                <a:latin typeface="Courier"/>
              </a:rPr>
              <a:t>-PplayerName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Player1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-DgameServerUri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wss://chapter-games-websockify.onrender.com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For Docker clients</a:t>
            </a:r>
            <a:br/>
            <a:r>
              <a:rPr>
                <a:latin typeface="Courier"/>
              </a:rPr>
              <a:t>docker run </a:t>
            </a:r>
            <a:r>
              <a:rPr>
                <a:solidFill>
                  <a:srgbClr val="7D9029"/>
                </a:solidFill>
                <a:latin typeface="Courier"/>
              </a:rPr>
              <a:t>--env</a:t>
            </a:r>
            <a:r>
              <a:rPr>
                <a:latin typeface="Courier"/>
              </a:rPr>
              <a:t> GAME_SERVER_URI=wss://chapter-games-websockify.onrender.com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--env</a:t>
            </a:r>
            <a:r>
              <a:rPr>
                <a:latin typeface="Courier"/>
              </a:rPr>
              <a:t> PLAYER_NAME=Player1 yu69yj/drop-client:latest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Network Restrictions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ING network blocked Docker Hub access </a:t>
            </a:r>
            <a:r>
              <a:rPr b="1"/>
              <a:t>Solution:</a:t>
            </a:r>
            <a:r>
              <a:rPr/>
              <a:t> Deployed to public cloud (Render.com) for external access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Protocol Mismatch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Browsers need WebSocket, Java server uses TCP </a:t>
            </a:r>
            <a:r>
              <a:rPr b="1"/>
              <a:t>Solution:</a:t>
            </a:r>
            <a:r>
              <a:rPr/>
              <a:t> Websockify proxy to bridge protocols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Port Limitations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Cloud platforms limit exposed ports </a:t>
            </a:r>
            <a:r>
              <a:rPr b="1"/>
              <a:t>Solution:</a:t>
            </a:r>
            <a:r>
              <a:rPr/>
              <a:t> Use standard HTTPS (443) with websockify routing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Real-time Synchronization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Multiple players need consistent game state</a:t>
            </a:r>
            <a:br/>
            <a:r>
              <a:rPr b="1"/>
              <a:t>Solution:</a:t>
            </a:r>
            <a:r>
              <a:rPr/>
              <a:t> Server authoritative model with broadcast updates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Game Flow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Player Joins Game</a:t>
            </a:r>
          </a:p>
          <a:p>
            <a:pPr lvl="0" indent="-342900" marL="342900">
              <a:buAutoNum type="arabicPeriod"/>
            </a:pPr>
            <a:r>
              <a:rPr/>
              <a:t>Client connects to WebSocket server</a:t>
            </a:r>
          </a:p>
          <a:p>
            <a:pPr lvl="0" indent="-342900" marL="342900">
              <a:buAutoNum type="arabicPeriod"/>
            </a:pPr>
            <a:r>
              <a:rPr/>
              <a:t>Sends “join” message with player name</a:t>
            </a:r>
          </a:p>
          <a:p>
            <a:pPr lvl="0" indent="-342900" marL="342900">
              <a:buAutoNum type="arabicPeriod"/>
            </a:pPr>
            <a:r>
              <a:rPr/>
              <a:t>Server assigns unique player ID</a:t>
            </a:r>
          </a:p>
          <a:p>
            <a:pPr lvl="0" indent="-342900" marL="342900">
              <a:buAutoNum type="arabicPeriod"/>
            </a:pPr>
            <a:r>
              <a:rPr/>
              <a:t>Server adds player to game world</a:t>
            </a:r>
          </a:p>
          <a:p>
            <a:pPr lvl="0" indent="-342900" marL="342900">
              <a:buAutoNum type="arabicPeriod"/>
            </a:pPr>
            <a:r>
              <a:rPr/>
              <a:t>Server broadcasts updated game state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Gameplay Loop</a:t>
            </a:r>
          </a:p>
          <a:p>
            <a:pPr lvl="0" indent="-342900" marL="342900">
              <a:buAutoNum type="arabicPeriod"/>
            </a:pPr>
            <a:r>
              <a:rPr/>
              <a:t>Player moves bucket (keyboard/mouse input)</a:t>
            </a:r>
          </a:p>
          <a:p>
            <a:pPr lvl="0" indent="-342900" marL="342900">
              <a:buAutoNum type="arabicPeriod"/>
            </a:pPr>
            <a:r>
              <a:rPr/>
              <a:t>Client sends movement message to server</a:t>
            </a:r>
          </a:p>
          <a:p>
            <a:pPr lvl="0" indent="-342900" marL="342900">
              <a:buAutoNum type="arabicPeriod"/>
            </a:pPr>
            <a:r>
              <a:rPr/>
              <a:t>Server updates bucket position</a:t>
            </a:r>
          </a:p>
          <a:p>
            <a:pPr lvl="0" indent="-342900" marL="342900">
              <a:buAutoNum type="arabicPeriod"/>
            </a:pPr>
            <a:r>
              <a:rPr/>
              <a:t>Server runs game logic (drop movement, collision detection)</a:t>
            </a:r>
          </a:p>
          <a:p>
            <a:pPr lvl="0" indent="-342900" marL="342900">
              <a:buAutoNum type="arabicPeriod"/>
            </a:pPr>
            <a:r>
              <a:rPr/>
              <a:t>Server broadcasts new game state to all clients</a:t>
            </a:r>
          </a:p>
          <a:p>
            <a:pPr lvl="0" indent="-342900" marL="342900">
              <a:buAutoNum type="arabicPeriod"/>
            </a:pPr>
            <a:r>
              <a:rPr/>
              <a:t>Clients render updated positions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Scoring &amp; Competition</a:t>
            </a:r>
          </a:p>
          <a:p>
            <a:pPr lvl="0" indent="-342900" marL="342900">
              <a:buAutoNum type="arabicPeriod"/>
            </a:pPr>
            <a:r>
              <a:rPr/>
              <a:t>Server detects drop-bucket collisions</a:t>
            </a:r>
          </a:p>
          <a:p>
            <a:pPr lvl="0" indent="-342900" marL="342900">
              <a:buAutoNum type="arabicPeriod"/>
            </a:pPr>
            <a:r>
              <a:rPr/>
              <a:t>Updates player score</a:t>
            </a:r>
          </a:p>
          <a:p>
            <a:pPr lvl="0" indent="-342900" marL="342900">
              <a:buAutoNum type="arabicPeriod"/>
            </a:pPr>
            <a:r>
              <a:rPr/>
              <a:t>Broadcasts scoreboard to all players</a:t>
            </a:r>
          </a:p>
          <a:p>
            <a:pPr lvl="0" indent="-342900" marL="342900">
              <a:buAutoNum type="arabicPeriod"/>
            </a:pPr>
            <a:r>
              <a:rPr/>
              <a:t>Real-time leaderboard display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Real-time Multiplayer</a:t>
            </a:r>
          </a:p>
          <a:p>
            <a:pPr lvl="0"/>
            <a:r>
              <a:rPr/>
              <a:t>WebSocket bidirectional communication</a:t>
            </a:r>
          </a:p>
          <a:p>
            <a:pPr lvl="0"/>
            <a:r>
              <a:rPr/>
              <a:t>Server-authoritative game state</a:t>
            </a:r>
          </a:p>
          <a:p>
            <a:pPr lvl="0"/>
            <a:r>
              <a:rPr/>
              <a:t>Consistent synchronization across clients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Scalable Architecture</a:t>
            </a:r>
          </a:p>
          <a:p>
            <a:pPr lvl="0"/>
            <a:r>
              <a:rPr/>
              <a:t>Docker containerization</a:t>
            </a:r>
          </a:p>
          <a:p>
            <a:pPr lvl="0"/>
            <a:r>
              <a:rPr/>
              <a:t>Cloud deployment</a:t>
            </a:r>
          </a:p>
          <a:p>
            <a:pPr lvl="0"/>
            <a:r>
              <a:rPr/>
              <a:t>Protocol bridging (WebSocket ↔ TCP)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Cross-platform Support</a:t>
            </a:r>
          </a:p>
          <a:p>
            <a:pPr lvl="0"/>
            <a:r>
              <a:rPr/>
              <a:t>LibGDX for desktop clients</a:t>
            </a:r>
          </a:p>
          <a:p>
            <a:pPr lvl="0"/>
            <a:r>
              <a:rPr/>
              <a:t>WebSocket for browser access</a:t>
            </a:r>
          </a:p>
          <a:p>
            <a:pPr lvl="0"/>
            <a:r>
              <a:rPr/>
              <a:t>Docker for deployment consistency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 Programming</a:t>
            </a:r>
          </a:p>
          <a:p>
            <a:pPr lvl="0"/>
            <a:r>
              <a:rPr/>
              <a:t>Java WebSocket server implementation</a:t>
            </a:r>
          </a:p>
          <a:p>
            <a:pPr lvl="0"/>
            <a:r>
              <a:rPr/>
              <a:t>Message serialization with JSON/Gson</a:t>
            </a:r>
          </a:p>
          <a:p>
            <a:pPr lvl="0"/>
            <a:r>
              <a:rPr/>
              <a:t>Connection management and error handling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Drop Game project demonstrates:</a:t>
            </a:r>
          </a:p>
          <a:p>
            <a:pPr lvl="0" indent="-342900" marL="342900">
              <a:buAutoNum type="arabicPeriod"/>
            </a:pPr>
            <a:r>
              <a:rPr b="1"/>
              <a:t>Modern multiplayer game architecture</a:t>
            </a:r>
            <a:r>
              <a:rPr/>
              <a:t> with real-time communication</a:t>
            </a:r>
          </a:p>
          <a:p>
            <a:pPr lvl="0" indent="-342900" marL="342900">
              <a:buAutoNum type="arabicPeriod"/>
            </a:pPr>
            <a:r>
              <a:rPr b="1"/>
              <a:t>Practical WebSocket implementation</a:t>
            </a:r>
            <a:r>
              <a:rPr/>
              <a:t> for game networking</a:t>
            </a:r>
            <a:br/>
          </a:p>
          <a:p>
            <a:pPr lvl="0" indent="-342900" marL="342900">
              <a:buAutoNum type="arabicPeriod"/>
            </a:pPr>
            <a:r>
              <a:rPr b="1"/>
              <a:t>Docker deployment strategies</a:t>
            </a:r>
            <a:r>
              <a:rPr/>
              <a:t> for multiplayer games</a:t>
            </a:r>
          </a:p>
          <a:p>
            <a:pPr lvl="0" indent="-342900" marL="342900">
              <a:buAutoNum type="arabicPeriod"/>
            </a:pPr>
            <a:r>
              <a:rPr b="1"/>
              <a:t>Protocol bridging techniques</a:t>
            </a:r>
            <a:r>
              <a:rPr/>
              <a:t> for browser compatibility</a:t>
            </a:r>
          </a:p>
          <a:p>
            <a:pPr lvl="0" indent="-342900" marL="342900">
              <a:buAutoNum type="arabicPeriod"/>
            </a:pPr>
            <a:r>
              <a:rPr b="1"/>
              <a:t>Cloud deployment solutions</a:t>
            </a:r>
            <a:r>
              <a:rPr/>
              <a:t> for global accessibility</a:t>
            </a:r>
          </a:p>
          <a:p>
            <a:pPr lvl="0" indent="0" marL="0">
              <a:buNone/>
            </a:pPr>
            <a:r>
              <a:rPr b="1"/>
              <a:t>Technical Stack Mastery:</a:t>
            </a:r>
            <a:r>
              <a:rPr/>
              <a:t> - Java WebSocket programming - LibGDX game development - Docker containerization - Cloud deployment (Render.com) - Network protocol translation (websockify)</a:t>
            </a:r>
          </a:p>
          <a:p>
            <a:pPr lvl="0" indent="0" marL="0">
              <a:buNone/>
            </a:pPr>
            <a:r>
              <a:rPr/>
              <a:t>This project showcases full-stack game development from local prototyping to production cloud deployment.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2026-01-27T15:49:36Z</dcterms:created>
  <dcterms:modified xsi:type="dcterms:W3CDTF">2026-01-27T15:49:36Z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