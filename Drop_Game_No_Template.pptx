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Drop Game - Multiplayer WebSocket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Overview &amp; Architecture</a:t>
            </a:r>
            <a:br/>
            <a:br/>
            <a:r>
              <a:rPr/>
              <a:t>Your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January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Drop Game?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multiplayer arcade-style game built with LibGDX</a:t>
            </a:r>
          </a:p>
          <a:p>
            <a:pPr lvl="0"/>
            <a:r>
              <a:rPr/>
              <a:t>Players control buckets to catch falling drops</a:t>
            </a:r>
          </a:p>
          <a:p>
            <a:pPr lvl="0"/>
            <a:r>
              <a:rPr/>
              <a:t>Real-time multiplayer gameplay using WebSocket communication</a:t>
            </a:r>
          </a:p>
          <a:p>
            <a:pPr lvl="0"/>
            <a:r>
              <a:rPr/>
              <a:t>Cross-platform deployment (Desktop, Docker, Cloud)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Real-time synchronization between players</a:t>
            </a:r>
          </a:p>
          <a:p>
            <a:pPr lvl="0"/>
            <a:r>
              <a:rPr/>
              <a:t>WebSocket-based networking</a:t>
            </a:r>
          </a:p>
          <a:p>
            <a:pPr lvl="0"/>
            <a:r>
              <a:rPr/>
              <a:t>Docker containerization</a:t>
            </a:r>
          </a:p>
          <a:p>
            <a:pPr lvl="0"/>
            <a:r>
              <a:rPr/>
              <a:t>Cloud deployment with websockify proxy</a:t>
            </a:r>
          </a:p>
          <a:p>
            <a:pPr lvl="0"/>
            <a:r>
              <a:rPr/>
              <a:t>Player scoring and leaderboard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Game Architecture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    WebSocket     ┌─────────────────┐
│   Game Client   │ ←──────────────→ │   Game Server   │
│   (LibGDX)      │    ws://host:8887│  (WebSocket)    │
└─────────────────┘                  └─────────────────┘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Client (Main.java)</a:t>
            </a:r>
            <a:r>
              <a:rPr/>
              <a:t>: LibGDX game rendering and input handling</a:t>
            </a:r>
          </a:p>
          <a:p>
            <a:pPr lvl="0"/>
            <a:r>
              <a:rPr b="1"/>
              <a:t>Server (WebGameServer.java)</a:t>
            </a:r>
            <a:r>
              <a:rPr/>
              <a:t>: Game state management and WebSocket communication</a:t>
            </a:r>
          </a:p>
          <a:p>
            <a:pPr lvl="0"/>
            <a:r>
              <a:rPr b="1"/>
              <a:t>WebSocket Protocol</a:t>
            </a:r>
            <a:r>
              <a:rPr/>
              <a:t>: Real-time bidirectional communication</a:t>
            </a:r>
          </a:p>
          <a:p>
            <a:pPr lvl="0"/>
            <a:r>
              <a:rPr b="1"/>
              <a:t>Docker Containers</a:t>
            </a:r>
            <a:r>
              <a:rPr/>
              <a:t>: Deployment and scaling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Game Mechanics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Gameplay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Drop Spawning</a:t>
            </a:r>
            <a:r>
              <a:rPr/>
              <a:t>: Server spawns drops at random positions every second</a:t>
            </a:r>
          </a:p>
          <a:p>
            <a:pPr lvl="0" indent="-342900" marL="342900">
              <a:buAutoNum type="arabicPeriod"/>
            </a:pPr>
            <a:r>
              <a:rPr b="1"/>
              <a:t>Player Movement</a:t>
            </a:r>
            <a:r>
              <a:rPr/>
              <a:t>: Players control bucket using keyboard/mouse</a:t>
            </a:r>
          </a:p>
          <a:p>
            <a:pPr lvl="0" indent="-342900" marL="342900">
              <a:buAutoNum type="arabicPeriod"/>
            </a:pPr>
            <a:r>
              <a:rPr b="1"/>
              <a:t>Collision Detection</a:t>
            </a:r>
            <a:r>
              <a:rPr/>
              <a:t>: Server checks drop-bucket intersections</a:t>
            </a:r>
          </a:p>
          <a:p>
            <a:pPr lvl="0" indent="-342900" marL="342900">
              <a:buAutoNum type="arabicPeriod"/>
            </a:pPr>
            <a:r>
              <a:rPr b="1"/>
              <a:t>State Synchronization</a:t>
            </a:r>
            <a:r>
              <a:rPr/>
              <a:t>: Server broadcasts game state 20 times per second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Game World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World Size: 8 × 5 units</a:t>
            </a:r>
          </a:p>
          <a:p>
            <a:pPr lvl="0"/>
            <a:r>
              <a:rPr/>
              <a:t>Bucket Size: 1 × 1 units</a:t>
            </a:r>
          </a:p>
          <a:p>
            <a:pPr lvl="0"/>
            <a:r>
              <a:rPr/>
              <a:t>Drop Size: 0.7 × 0.7 units</a:t>
            </a:r>
          </a:p>
          <a:p>
            <a:pPr lvl="0"/>
            <a:r>
              <a:rPr/>
              <a:t>Drop Speed: 2.5 units/second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WebSocket Implementation - Client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URI</a:t>
            </a:r>
            <a:r>
              <a:rPr>
                <a:latin typeface="Courier"/>
              </a:rPr>
              <a:t> uri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URI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"ws://localhost:8887"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wsClient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WebSocketClient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uri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onOpen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ServerHandshake handshake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Object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join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&lt;&gt;();</a:t>
            </a:r>
            <a:br/>
            <a:r>
              <a:rPr>
                <a:latin typeface="Courier"/>
              </a:rPr>
              <a:t>        join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put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"type"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"join"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join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put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"playerName"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myName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wsClient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gson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toJson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join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};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Message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join</a:t>
            </a:r>
            <a:r>
              <a:rPr/>
              <a:t>: Initial connection with player name</a:t>
            </a:r>
          </a:p>
          <a:p>
            <a:pPr lvl="0"/>
            <a:r>
              <a:rPr>
                <a:latin typeface="Courier"/>
              </a:rPr>
              <a:t>move</a:t>
            </a:r>
            <a:r>
              <a:rPr/>
              <a:t>: Keyboard-based movement</a:t>
            </a:r>
          </a:p>
          <a:p>
            <a:pPr lvl="0"/>
            <a:r>
              <a:rPr>
                <a:latin typeface="Courier"/>
              </a:rPr>
              <a:t>moveTo</a:t>
            </a:r>
            <a:r>
              <a:rPr/>
              <a:t>: Mouse-based positioning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WebSocket Implementation - Server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Server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WebGameServer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WebSocketServer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WebSocket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clients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&lt;&gt;();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scoreboard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&lt;&gt;();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drops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ArrayList</a:t>
            </a:r>
            <a:r>
              <a:rPr>
                <a:solidFill>
                  <a:srgbClr val="666666"/>
                </a:solidFill>
                <a:latin typeface="Courier"/>
              </a:rPr>
              <a:t>&lt;&gt;();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Game loop at 20 FPS</a:t>
            </a:r>
            <a:br/>
            <a:r>
              <a:rPr>
                <a:latin typeface="Courier"/>
              </a:rPr>
              <a:t>    timer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scheduleAtFixedRate</a:t>
            </a:r>
            <a:r>
              <a:rPr>
                <a:solidFill>
                  <a:srgbClr val="666666"/>
                </a:solidFill>
                <a:latin typeface="Courier"/>
              </a:rPr>
              <a:t>(()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updateGameLogic</a:t>
            </a:r>
            <a:r>
              <a:rPr>
                <a:solidFill>
                  <a:srgbClr val="666666"/>
                </a:solidFill>
                <a:latin typeface="Courier"/>
              </a:rPr>
              <a:t>(),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Connection Management</a:t>
            </a:r>
            <a:r>
              <a:rPr/>
              <a:t>: Player IDs and tracking</a:t>
            </a:r>
          </a:p>
          <a:p>
            <a:pPr lvl="0" indent="-342900" marL="342900">
              <a:buAutoNum type="arabicPeriod"/>
            </a:pPr>
            <a:r>
              <a:rPr b="1"/>
              <a:t>Game Logic Processing</a:t>
            </a:r>
            <a:r>
              <a:rPr/>
              <a:t>: Physics and collision detection</a:t>
            </a:r>
          </a:p>
          <a:p>
            <a:pPr lvl="0" indent="-342900" marL="342900">
              <a:buAutoNum type="arabicPeriod"/>
            </a:pPr>
            <a:r>
              <a:rPr b="1"/>
              <a:t>State Broadcasting</a:t>
            </a:r>
            <a:r>
              <a:rPr/>
              <a:t>: Synchronization across clients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Docker Deployment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Three-Container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Game Server Container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eclipse-temurin:8-jre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COPY</a:t>
            </a:r>
            <a:r>
              <a:rPr>
                <a:latin typeface="Courier"/>
              </a:rPr>
              <a:t> core/build/libs/drop-server-1.0.0-all.jar /app/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EXPOSE</a:t>
            </a:r>
            <a:r>
              <a:rPr>
                <a:latin typeface="Courier"/>
              </a:rPr>
              <a:t> 8887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CMD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"java"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"-cp"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"drop-server.jar"</a:t>
            </a:r>
            <a:r>
              <a:rPr>
                <a:latin typeface="Courier"/>
              </a:rPr>
              <a:t>, </a:t>
            </a:r>
            <a:br/>
            <a:r>
              <a:rPr>
                <a:latin typeface="Courier"/>
              </a:rPr>
              <a:t>     </a:t>
            </a:r>
            <a:r>
              <a:rPr>
                <a:solidFill>
                  <a:srgbClr val="4070A0"/>
                </a:solidFill>
                <a:latin typeface="Courier"/>
              </a:rPr>
              <a:t>"io.github.Games.Drop.WebGameServer"</a:t>
            </a:r>
            <a:r>
              <a:rPr>
                <a:latin typeface="Courier"/>
              </a:rPr>
              <a:t>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Websockify Proxy Container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python:3.11-slim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RUN</a:t>
            </a:r>
            <a:r>
              <a:rPr>
                <a:latin typeface="Courier"/>
              </a:rPr>
              <a:t> pip install websockify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CMD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"websockify"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"10000"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"localhost:8887"</a:t>
            </a:r>
            <a:r>
              <a:rPr>
                <a:latin typeface="Courier"/>
              </a:rPr>
              <a:t>]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Deployment Architecture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vs Cloud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Local</a:t>
            </a:r>
            <a:r>
              <a:rPr/>
              <a:t>: </a:t>
            </a:r>
            <a:r>
              <a:rPr>
                <a:latin typeface="Courier"/>
              </a:rPr>
              <a:t>Client ←→ WebSocket ←→ Server</a:t>
            </a:r>
          </a:p>
          <a:p>
            <a:pPr lvl="0"/>
            <a:r>
              <a:rPr b="1"/>
              <a:t>Cloud</a:t>
            </a:r>
            <a:r>
              <a:rPr/>
              <a:t>: </a:t>
            </a:r>
            <a:r>
              <a:rPr>
                <a:latin typeface="Courier"/>
              </a:rPr>
              <a:t>Browser ←→ HTTPS/WSS ←→ Websockify ←→ Server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Websockify?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Cloud platforms expose HTTP/HTTPS ports only</a:t>
            </a:r>
          </a:p>
          <a:p>
            <a:pPr lvl="0"/>
            <a:r>
              <a:rPr/>
              <a:t>Translates WebSocket to TCP for internal communication</a:t>
            </a:r>
          </a:p>
          <a:p>
            <a:pPr lvl="0"/>
            <a:r>
              <a:rPr/>
              <a:t>Provides SSL termination for WSS connections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Running the Application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Start server</a:t>
            </a:r>
            <a:br/>
            <a:r>
              <a:rPr>
                <a:latin typeface="Courier"/>
              </a:rPr>
              <a:t>./gradlew :core:run </a:t>
            </a:r>
            <a:r>
              <a:rPr>
                <a:solidFill>
                  <a:srgbClr val="7D9029"/>
                </a:solidFill>
                <a:latin typeface="Courier"/>
              </a:rPr>
              <a:t>--args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'io.github.Games.Drop.WebGameServer'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Start client</a:t>
            </a:r>
            <a:br/>
            <a:r>
              <a:rPr>
                <a:latin typeface="Courier"/>
              </a:rPr>
              <a:t>./gradlew :lwjgl3:run </a:t>
            </a:r>
            <a:r>
              <a:rPr>
                <a:solidFill>
                  <a:srgbClr val="7D9029"/>
                </a:solidFill>
                <a:latin typeface="Courier"/>
              </a:rPr>
              <a:t>-PplayerName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Alice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Docker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docker build </a:t>
            </a:r>
            <a:r>
              <a:rPr>
                <a:solidFill>
                  <a:srgbClr val="7D9029"/>
                </a:solidFill>
                <a:latin typeface="Courier"/>
              </a:rPr>
              <a:t>-t</a:t>
            </a:r>
            <a:r>
              <a:rPr>
                <a:latin typeface="Courier"/>
              </a:rPr>
              <a:t> drop-server </a:t>
            </a:r>
            <a:r>
              <a:rPr>
                <a:solidFill>
                  <a:srgbClr val="7D9029"/>
                </a:solidFill>
                <a:latin typeface="Courier"/>
              </a:rPr>
              <a:t>-f</a:t>
            </a:r>
            <a:r>
              <a:rPr>
                <a:latin typeface="Courier"/>
              </a:rPr>
              <a:t> Dockerfile .</a:t>
            </a:r>
            <a:br/>
            <a:r>
              <a:rPr>
                <a:latin typeface="Courier"/>
              </a:rPr>
              <a:t>docker run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8887:8887 drop-server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Technical Highlights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Real-time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Client-side prediction for responsive controls</a:t>
            </a:r>
          </a:p>
          <a:p>
            <a:pPr lvl="0"/>
            <a:r>
              <a:rPr/>
              <a:t>Server validation and correction</a:t>
            </a:r>
          </a:p>
          <a:p>
            <a:pPr lvl="0"/>
            <a:r>
              <a:rPr/>
              <a:t>Unique player colors and real-time scoreboard</a:t>
            </a:r>
          </a:p>
          <a:p>
            <a:pPr lvl="0"/>
            <a:r>
              <a:rPr/>
              <a:t>Smooth physics animation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Fixed 20 FPS tick rate</a:t>
            </a:r>
          </a:p>
          <a:p>
            <a:pPr lvl="0"/>
            <a:r>
              <a:rPr/>
              <a:t>Batched state updates</a:t>
            </a:r>
          </a:p>
          <a:p>
            <a:pPr lvl="0"/>
            <a:r>
              <a:rPr/>
              <a:t>Efficient collision detection (AABB)</a:t>
            </a:r>
          </a:p>
          <a:p>
            <a:pPr lvl="0"/>
            <a:r>
              <a:rPr/>
              <a:t>Memory management for game objects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Challenges &amp; Solutions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Firewall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Problem</a:t>
            </a:r>
            <a:r>
              <a:rPr/>
              <a:t>: Corporate networks block non-HTTP traffic</a:t>
            </a:r>
          </a:p>
          <a:p>
            <a:pPr lvl="0"/>
            <a:r>
              <a:rPr b="1"/>
              <a:t>Solution</a:t>
            </a:r>
            <a:r>
              <a:rPr/>
              <a:t>: Websockify proxy converts WebSocket to HTTPS</a:t>
            </a:r>
          </a:p>
          <a:p>
            <a:pPr lvl="0"/>
            <a:r>
              <a:rPr b="1"/>
              <a:t>Implementation</a:t>
            </a:r>
            <a:r>
              <a:rPr/>
              <a:t>: Deploy proxy container on cloud platform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Real-time 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Problem</a:t>
            </a:r>
            <a:r>
              <a:rPr/>
              <a:t>: Multiple clients need consistent game state</a:t>
            </a:r>
          </a:p>
          <a:p>
            <a:pPr lvl="0"/>
            <a:r>
              <a:rPr b="1"/>
              <a:t>Solution</a:t>
            </a:r>
            <a:r>
              <a:rPr/>
              <a:t>: Server-authoritative architecture</a:t>
            </a:r>
          </a:p>
          <a:p>
            <a:pPr lvl="0"/>
            <a:r>
              <a:rPr b="1"/>
              <a:t>Implementation</a:t>
            </a:r>
            <a:r>
              <a:rPr/>
              <a:t>: Server processes all logic, broadcasts state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Cloud Deployment Details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Render.com Deployment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Repository Setup</a:t>
            </a:r>
            <a:r>
              <a:rPr/>
              <a:t>: Push to GitHub</a:t>
            </a:r>
          </a:p>
          <a:p>
            <a:pPr lvl="0" indent="-342900" marL="342900">
              <a:buAutoNum type="arabicPeriod"/>
            </a:pPr>
            <a:r>
              <a:rPr b="1"/>
              <a:t>Service Configuration</a:t>
            </a:r>
            <a:r>
              <a:rPr/>
              <a:t>: Web service runs websockify proxy</a:t>
            </a:r>
          </a:p>
          <a:p>
            <a:pPr lvl="0" indent="-342900" marL="342900">
              <a:buAutoNum type="arabicPeriod"/>
            </a:pPr>
            <a:r>
              <a:rPr b="1"/>
              <a:t>Environment Variables</a:t>
            </a:r>
            <a:r>
              <a:rPr/>
              <a:t>: Configure target host/port</a:t>
            </a:r>
          </a:p>
          <a:p>
            <a:pPr lvl="0" indent="-342900" marL="342900">
              <a:buAutoNum type="arabicPeriod"/>
            </a:pPr>
            <a:r>
              <a:rPr b="1"/>
              <a:t>Client Connection</a:t>
            </a:r>
            <a:r>
              <a:rPr/>
              <a:t>: </a:t>
            </a:r>
            <a:r>
              <a:rPr>
                <a:latin typeface="Courier"/>
              </a:rPr>
              <a:t>wss://chapter-games-websockify.onrender.com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HTTPS connectivity (port 443): Working</a:t>
            </a:r>
          </a:p>
          <a:p>
            <a:pPr lvl="0"/>
            <a:r>
              <a:rPr/>
              <a:t>❌ WebSocket proxy (port 10000): Timeout issue</a:t>
            </a:r>
          </a:p>
          <a:p>
            <a:pPr lvl="0"/>
            <a:r>
              <a:rPr b="1"/>
              <a:t>Next Steps</a:t>
            </a:r>
            <a:r>
              <a:rPr/>
              <a:t>: Debug Render.com port configuration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Future Enhancements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Potential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Gameplay Features</a:t>
            </a:r>
          </a:p>
          <a:p>
            <a:pPr lvl="1"/>
            <a:r>
              <a:rPr/>
              <a:t>Power-ups and special drops</a:t>
            </a:r>
          </a:p>
          <a:p>
            <a:pPr lvl="1"/>
            <a:r>
              <a:rPr/>
              <a:t>Different game modes (timed, survival)</a:t>
            </a:r>
          </a:p>
          <a:p>
            <a:pPr lvl="1"/>
            <a:r>
              <a:rPr/>
              <a:t>Player levels and progression</a:t>
            </a:r>
          </a:p>
          <a:p>
            <a:pPr lvl="1"/>
            <a:r>
              <a:rPr/>
              <a:t>Spectator mode</a:t>
            </a:r>
          </a:p>
          <a:p>
            <a:pPr lvl="0" indent="-342900" marL="342900">
              <a:buAutoNum type="arabicPeriod"/>
            </a:pPr>
            <a:r>
              <a:rPr b="1"/>
              <a:t>Technical Enhancements</a:t>
            </a:r>
          </a:p>
          <a:p>
            <a:pPr lvl="1"/>
            <a:r>
              <a:rPr/>
              <a:t>WebRTC for peer-to-peer gameplay</a:t>
            </a:r>
          </a:p>
          <a:p>
            <a:pPr lvl="1"/>
            <a:r>
              <a:rPr/>
              <a:t>Redis for session persistence</a:t>
            </a:r>
          </a:p>
          <a:p>
            <a:pPr lvl="1"/>
            <a:r>
              <a:rPr/>
              <a:t>Load balancing for multiple server instances</a:t>
            </a:r>
          </a:p>
          <a:p>
            <a:pPr lvl="1"/>
            <a:r>
              <a:rPr/>
              <a:t>Mobile client (LibGDX Android)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WebSocket communication protocol design</a:t>
            </a:r>
            <a:br/>
            <a:r>
              <a:rPr/>
              <a:t>✅ Real-time game state synchronization</a:t>
            </a:r>
            <a:br/>
            <a:r>
              <a:rPr/>
              <a:t>✅ Docker containerization strategy</a:t>
            </a:r>
            <a:br/>
            <a:r>
              <a:rPr/>
              <a:t>✅ Cloud deployment with proxy configuration</a:t>
            </a:r>
            <a:br/>
            <a:r>
              <a:rPr/>
              <a:t>✅ Multi-platform client support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WebSocket excellent for real-time multiplayer games</a:t>
            </a:r>
          </a:p>
          <a:p>
            <a:pPr lvl="0"/>
            <a:r>
              <a:rPr/>
              <a:t>Server-authoritative architecture prevents cheating</a:t>
            </a:r>
          </a:p>
          <a:p>
            <a:pPr lvl="0"/>
            <a:r>
              <a:rPr/>
              <a:t>Docker simplifies cross-environment deployment</a:t>
            </a:r>
          </a:p>
          <a:p>
            <a:pPr lvl="0"/>
            <a:r>
              <a:rPr/>
              <a:t>Cloud deployment requires careful network configuration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Repository</a:t>
            </a:r>
            <a:r>
              <a:rPr/>
              <a:t>: https://github.com/saloni-agarwal-ing/Chapter_Games</a:t>
            </a:r>
            <a:br/>
            <a:r>
              <a:rPr b="1"/>
              <a:t>Technologies</a:t>
            </a:r>
            <a:r>
              <a:rPr/>
              <a:t>: Java 8, LibGDX, WebSocket, Docker, Render.com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Drop Game - Multiplayer WebSocket Implementation</dc:title>
  <dc:creator>Your Name</dc:creator>
  <cp:keywords/>
  <dcterms:created xsi:type="dcterms:W3CDTF">2026-01-26T14:53:00Z</dcterms:created>
  <dcterms:modified xsi:type="dcterms:W3CDTF">2026-01-26T14:53:00Z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January 2026</vt:lpwstr>
  </property>
  <property fmtid="{D5CDD505-2E9C-101B-9397-08002B2CF9AE}" pid="3" name="subtitle">
    <vt:lpwstr>Project Overview &amp; Architecture</vt:lpwstr>
  </property>
</Properties>
</file>