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svg" ContentType="image/svg+xml"/>
  <Default Extension="PNG" ContentType="image/png"/>
  <Default Extension="jpg" ContentType="image/jpeg"/>
  <Default Extension="emf" ContentType="image/x-emf"/>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34.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embedTrueTypeFonts="1">
  <p:sldMasterIdLst>
    <p:sldMasterId id="2147483662" r:id="rId1"/>
    <p:sldMasterId id="214748379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Lst>
  <p:sldSz cx="12192000" cy="6858000"/>
  <p:notesSz cx="6858000" cy="9144000"/>
  <p:embeddedFontLst>
    <p:embeddedFont>
      <p:font charset="0" panose="02000506040000020004" pitchFamily="2" typeface="ING Me"/>
      <p:regular r:id="rId44"/>
      <p:bold r:id="rId45"/>
      <p:italic r:id="rId46"/>
      <p:boldItalic r:id="rId47"/>
    </p:embeddedFont>
  </p:embeddedFontLst>
  <p:custDataLst>
    <p:tags r:id="rId48"/>
  </p:custDataLst>
  <p:defaultTextStyle>
    <a:defPPr>
      <a:defRPr lang="en-GB"/>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9651"/>
    <a:srgbClr val="D7000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07AF9EF-7F60-4BE2-B048-E21843C071CA}">
  <a:tblStyle styleId="{C07AF9EF-7F60-4BE2-B048-E21843C071CA}" styleName="ING Default Table">
    <a:tblBg>
      <a:effect>
        <a:effectLst/>
      </a:effect>
    </a:tblBg>
    <a:wholeTbl>
      <a:tcTxStyle b="off" i="off">
        <a:fontRef idx="minor"/>
        <a:srgbClr val="333333">
          <a:alpha val="100000"/>
        </a:srgbClr>
      </a:tcTxStyle>
      <a:tcStyle>
        <a:tcBdr>
          <a:left>
            <a:ln>
              <a:noFill/>
            </a:ln>
          </a:left>
          <a:right>
            <a:ln>
              <a:noFill/>
            </a:ln>
          </a:right>
          <a:top>
            <a:ln>
              <a:noFill/>
            </a:ln>
          </a:top>
          <a:bottom>
            <a:ln w="10000">
              <a:solidFill>
                <a:srgbClr val="E1E1E1">
                  <a:alpha val="100000"/>
                </a:srgbClr>
              </a:solidFill>
            </a:ln>
          </a:bottom>
          <a:insideH>
            <a:ln w="10000">
              <a:solidFill>
                <a:srgbClr val="E1E1E1">
                  <a:alpha val="100000"/>
                </a:srgbClr>
              </a:solidFill>
            </a:ln>
          </a:insideH>
          <a:insideV>
            <a:ln>
              <a:noFill/>
            </a:ln>
          </a:insideV>
          <a:tl2br>
            <a:ln>
              <a:noFill/>
            </a:ln>
          </a:tl2br>
          <a:tr2bl>
            <a:ln>
              <a:noFill/>
            </a:ln>
          </a:tr2bl>
        </a:tcBdr>
        <a:fill>
          <a:solidFill>
            <a:srgbClr val="FFFFFF">
              <a:alpha val="100000"/>
            </a:srgbClr>
          </a:solidFill>
        </a:fill>
      </a:tcStyle>
    </a:wholeTbl>
    <a:lastRow>
      <a:tcTxStyle b="off" i="off">
        <a:fontRef idx="minor"/>
        <a:srgbClr val="333333">
          <a:alpha val="100000"/>
        </a:srgbClr>
      </a:tcTxStyle>
      <a:tcStyle>
        <a:tcBdr/>
        <a:fill>
          <a:solidFill>
            <a:srgbClr val="E1E1E1">
              <a:alpha val="100000"/>
            </a:srgbClr>
          </a:solidFill>
        </a:fill>
      </a:tcStyle>
    </a:lastRow>
    <a:firstRow>
      <a:tcTxStyle b="off" i="off">
        <a:fontRef idx="minor"/>
        <a:srgbClr val="FFFFFF">
          <a:alpha val="100000"/>
        </a:srgbClr>
      </a:tcTxStyle>
      <a:tcStyle>
        <a:tcBdr/>
        <a:fill>
          <a:solidFill>
            <a:srgbClr val="FF6200"/>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5987"/>
    <p:restoredTop autoAdjust="0" sz="96150"/>
  </p:normalViewPr>
  <p:slideViewPr>
    <p:cSldViewPr showGuides="1" snapToGrid="0">
      <p:cViewPr varScale="1">
        <p:scale>
          <a:sx d="100" n="109"/>
          <a:sy d="100" n="109"/>
        </p:scale>
        <p:origin x="534" y="-222"/>
      </p:cViewPr>
      <p:guideLst/>
    </p:cSldViewPr>
  </p:slideViewPr>
  <p:outlineViewPr>
    <p:cViewPr>
      <p:scale>
        <a:sx d="100" n="33"/>
        <a:sy d="100" n="33"/>
      </p:scale>
      <p:origin x="0" y="-16206"/>
    </p:cViewPr>
  </p:outlineViewPr>
  <p:notesTextViewPr>
    <p:cViewPr>
      <p:scale>
        <a:sx d="100" n="125"/>
        <a:sy d="100" n="125"/>
      </p:scale>
      <p:origin x="0" y="0"/>
    </p:cViewPr>
  </p:notesTextViewPr>
  <p:sorterViewPr>
    <p:cViewPr>
      <p:scale>
        <a:sx d="100" n="100"/>
        <a:sy d="100" n="100"/>
      </p:scale>
      <p:origin x="0" y="0"/>
    </p:cViewPr>
  </p:sorterViewPr>
  <p:notesViewPr>
    <p:cSldViewPr showGuides="1" snapToGrid="0">
      <p:cViewPr varScale="1">
        <p:scale>
          <a:sx d="100" n="80"/>
          <a:sy d="100" n="80"/>
        </p:scale>
        <p:origin x="3918" y="102"/>
      </p:cViewPr>
      <p:guideLst>
        <p:guide orient="horz" pos="2880"/>
        <p:guide pos="2160"/>
      </p:guideLst>
    </p:cSldViewPr>
  </p:notesViewPr>
  <p:gridSpacing cx="72008" cy="72008"/>
</p:viewPr>
</file>

<file path=ppt/_rels/presentation.xml.rels><?xml version="1.0" encoding="UTF-8"?><Relationships xmlns="http://schemas.openxmlformats.org/package/2006/relationships"><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slide" Target="slides/slide25.xml" /><Relationship Id="rId28" Type="http://schemas.openxmlformats.org/officeDocument/2006/relationships/slide" Target="slides/slide26.xml" /><Relationship Id="rId29" Type="http://schemas.openxmlformats.org/officeDocument/2006/relationships/slide" Target="slides/slide27.xml" /><Relationship Id="rId30" Type="http://schemas.openxmlformats.org/officeDocument/2006/relationships/slide" Target="slides/slide28.xml" /><Relationship Id="rId31" Type="http://schemas.openxmlformats.org/officeDocument/2006/relationships/slide" Target="slides/slide29.xml" /><Relationship Id="rId32" Type="http://schemas.openxmlformats.org/officeDocument/2006/relationships/slide" Target="slides/slide30.xml" /><Relationship Id="rId33" Type="http://schemas.openxmlformats.org/officeDocument/2006/relationships/slide" Target="slides/slide31.xml" /><Relationship Id="rId34" Type="http://schemas.openxmlformats.org/officeDocument/2006/relationships/slide" Target="slides/slide32.xml" /><Relationship Id="rId35" Type="http://schemas.openxmlformats.org/officeDocument/2006/relationships/slide" Target="slides/slide33.xml" /><Relationship Id="rId36" Type="http://schemas.openxmlformats.org/officeDocument/2006/relationships/slide" Target="slides/slide34.xml" /><Relationship Id="rId37" Type="http://schemas.openxmlformats.org/officeDocument/2006/relationships/slide" Target="slides/slide35.xml" /><Relationship Id="rId38" Type="http://schemas.openxmlformats.org/officeDocument/2006/relationships/slide" Target="slides/slide36.xml" /><Relationship Id="rId39" Type="http://schemas.openxmlformats.org/officeDocument/2006/relationships/slide" Target="slides/slide37.xml" /><Relationship Id="rId40" Type="http://schemas.openxmlformats.org/officeDocument/2006/relationships/slide" Target="slides/slide38.xml" /><Relationship Id="rId41" Type="http://schemas.openxmlformats.org/officeDocument/2006/relationships/slide" Target="slides/slide39.xml" /><Relationship Id="rId42" Type="http://schemas.openxmlformats.org/officeDocument/2006/relationships/slide" Target="slides/slide40.xml" /><Relationship Id="rId46" Type="http://schemas.openxmlformats.org/officeDocument/2006/relationships/font" Target="fonts/font3.fntdata" /><Relationship Id="rId49" Type="http://schemas.openxmlformats.org/officeDocument/2006/relationships/commentAuthors" Target="commentAuthors.xml" /><Relationship Id="rId45" Type="http://schemas.openxmlformats.org/officeDocument/2006/relationships/font" Target="fonts/font2.fntdata" /><Relationship Id="rId53" Type="http://schemas.openxmlformats.org/officeDocument/2006/relationships/tableStyles" Target="tableStyles.xml" /><Relationship Id="rId2" Type="http://schemas.openxmlformats.org/officeDocument/2006/relationships/slideMaster" Target="slideMasters/slideMaster2.xml" /><Relationship Id="rId44" Type="http://schemas.openxmlformats.org/officeDocument/2006/relationships/font" Target="fonts/font1.fntdata" /><Relationship Id="rId48" Type="http://schemas.openxmlformats.org/officeDocument/2006/relationships/tags" Target="tags/tag1.xml" /><Relationship Id="rId1" Type="http://schemas.openxmlformats.org/officeDocument/2006/relationships/slideMaster" Target="slideMasters/slideMaster1.xml" /><Relationship Id="rId52" Type="http://schemas.openxmlformats.org/officeDocument/2006/relationships/theme" Target="theme/theme1.xml" /><Relationship Id="rId43" Type="http://schemas.openxmlformats.org/officeDocument/2006/relationships/handoutMaster" Target="handoutMasters/handoutMaster1.xml" /><Relationship Id="rId51" Type="http://schemas.openxmlformats.org/officeDocument/2006/relationships/viewProps" Target="viewProps.xml" /><Relationship Id="rId47" Type="http://schemas.openxmlformats.org/officeDocument/2006/relationships/font" Target="fonts/font4.fntdata" /><Relationship Id="rId50"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5.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4.png"/><Relationship Id="rId2" Type="http://schemas.openxmlformats.org/officeDocument/2006/relationships/image" Target="../media/image1.png"/><Relationship Id="rId16"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4.png"/><Relationship Id="rId3" Type="http://schemas.openxmlformats.org/officeDocument/2006/relationships/hyperlink" Target="http://www.slideshare.net/ing" TargetMode="External"/><Relationship Id="rId7" Type="http://schemas.openxmlformats.org/officeDocument/2006/relationships/hyperlink" Target="http://www.linkedin.com/company/ing" TargetMode="External"/><Relationship Id="rId12" Type="http://schemas.openxmlformats.org/officeDocument/2006/relationships/hyperlink" Target="http://www.facebook.com/ING" TargetMode="External"/><Relationship Id="rId17" Type="http://schemas.openxmlformats.org/officeDocument/2006/relationships/hyperlink" Target="https://medium.com/ing-blog" TargetMode="External"/><Relationship Id="rId2" Type="http://schemas.openxmlformats.org/officeDocument/2006/relationships/image" Target="../media/image19.png"/><Relationship Id="rId16" Type="http://schemas.openxmlformats.org/officeDocument/2006/relationships/image" Target="../media/image26.png"/><Relationship Id="rId1" Type="http://schemas.openxmlformats.org/officeDocument/2006/relationships/slideMaster" Target="../slideMasters/slideMaster1.xml"/><Relationship Id="rId6" Type="http://schemas.openxmlformats.org/officeDocument/2006/relationships/image" Target="../media/image21.png"/><Relationship Id="rId11" Type="http://schemas.openxmlformats.org/officeDocument/2006/relationships/image" Target="../media/image23.png"/><Relationship Id="rId5" Type="http://schemas.openxmlformats.org/officeDocument/2006/relationships/image" Target="../media/image20.png"/><Relationship Id="rId15" Type="http://schemas.openxmlformats.org/officeDocument/2006/relationships/hyperlink" Target="http://www.ing.com/" TargetMode="External"/><Relationship Id="rId10" Type="http://schemas.openxmlformats.org/officeDocument/2006/relationships/hyperlink" Target="http://www.flickr.com/inggroup" TargetMode="External"/><Relationship Id="rId4" Type="http://schemas.openxmlformats.org/officeDocument/2006/relationships/hyperlink" Target="http://www.twitter.com/ING_news" TargetMode="External"/><Relationship Id="rId9" Type="http://schemas.openxmlformats.org/officeDocument/2006/relationships/hyperlink" Target="http://www.youtube.com/ING" TargetMode="External"/><Relationship Id="rId14" Type="http://schemas.openxmlformats.org/officeDocument/2006/relationships/image" Target="../media/image25.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5.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4.png"/><Relationship Id="rId2" Type="http://schemas.openxmlformats.org/officeDocument/2006/relationships/image" Target="../media/image1.png"/><Relationship Id="rId16"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5.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full picture ING logo">
    <p:bg>
      <p:bgPr>
        <a:solidFill>
          <a:schemeClr val="bg1">
            <a:alpha val="1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B75F6F7-FB67-4EC8-8492-B81B33A8C169}"/>
              </a:ext>
            </a:extLst>
          </p:cNvPr>
          <p:cNvGrpSpPr/>
          <p:nvPr userDrawn="1"/>
        </p:nvGrpSpPr>
        <p:grpSpPr>
          <a:xfrm>
            <a:off x="-435429" y="5878278"/>
            <a:ext cx="290286" cy="979713"/>
            <a:chOff x="-435429" y="5878278"/>
            <a:chExt cx="290286" cy="979713"/>
          </a:xfrm>
        </p:grpSpPr>
        <p:cxnSp>
          <p:nvCxnSpPr>
            <p:cNvPr id="15" name="Straight Connector 14">
              <a:extLst>
                <a:ext uri="{FF2B5EF4-FFF2-40B4-BE49-F238E27FC236}">
                  <a16:creationId xmlns:a16="http://schemas.microsoft.com/office/drawing/2014/main" id="{A087FD79-4C26-49F1-866C-EA798B35D4CC}"/>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7E1CC9-42C3-41DF-A063-2533A041EBD6}"/>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6AE355DD-C7E7-4A4E-B99F-2A9022930A62}"/>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325DB4B-BB6C-4E96-B97C-7F608E23A5F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25" name="ING logo">
            <a:extLst>
              <a:ext uri="{FF2B5EF4-FFF2-40B4-BE49-F238E27FC236}">
                <a16:creationId xmlns:a16="http://schemas.microsoft.com/office/drawing/2014/main" id="{9E0C486C-31FE-42C0-85B9-EBE13E28A0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sp>
        <p:nvSpPr>
          <p:cNvPr id="22" name="Text Placeholder 2">
            <a:extLst>
              <a:ext uri="{FF2B5EF4-FFF2-40B4-BE49-F238E27FC236}">
                <a16:creationId xmlns:a16="http://schemas.microsoft.com/office/drawing/2014/main" id="{DE1C96E9-595E-4298-9E38-674AB1833A5D}"/>
              </a:ext>
            </a:extLst>
          </p:cNvPr>
          <p:cNvSpPr>
            <a:spLocks noGrp="1"/>
          </p:cNvSpPr>
          <p:nvPr>
            <p:ph type="body" sz="quarter" idx="14" hasCustomPrompt="1"/>
          </p:nvPr>
        </p:nvSpPr>
        <p:spPr>
          <a:xfrm>
            <a:off x="658798" y="558394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t>
            </a:r>
            <a:r>
              <a:rPr lang="en-GB" noProof="0"/>
              <a:t>add date</a:t>
            </a:r>
          </a:p>
        </p:txBody>
      </p:sp>
      <p:sp>
        <p:nvSpPr>
          <p:cNvPr id="20" name="Subtitle 2">
            <a:extLst>
              <a:ext uri="{FF2B5EF4-FFF2-40B4-BE49-F238E27FC236}">
                <a16:creationId xmlns:a16="http://schemas.microsoft.com/office/drawing/2014/main" id="{A8EDA20D-6EDD-4B8B-AFF1-92BB2BB3A93D}"/>
              </a:ext>
            </a:extLst>
          </p:cNvPr>
          <p:cNvSpPr>
            <a:spLocks noGrp="1"/>
          </p:cNvSpPr>
          <p:nvPr>
            <p:ph type="subTitle" idx="1" hasCustomPrompt="1"/>
          </p:nvPr>
        </p:nvSpPr>
        <p:spPr bwMode="gray">
          <a:xfrm>
            <a:off x="658798" y="5276905"/>
            <a:ext cx="5256000" cy="294302"/>
          </a:xfrm>
        </p:spPr>
        <p:txBody>
          <a:bodyPr wrap="square" l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a:t>
            </a:r>
            <a:r>
              <a:rPr lang="en-GB" noProof="0"/>
              <a:t>or author</a:t>
            </a:r>
          </a:p>
        </p:txBody>
      </p:sp>
      <p:sp>
        <p:nvSpPr>
          <p:cNvPr id="29" name="Picture Placeholder 28">
            <a:extLst>
              <a:ext uri="{FF2B5EF4-FFF2-40B4-BE49-F238E27FC236}">
                <a16:creationId xmlns:a16="http://schemas.microsoft.com/office/drawing/2014/main" id="{A6006EC7-B988-467E-8549-F0245BF57349}"/>
              </a:ext>
            </a:extLst>
          </p:cNvPr>
          <p:cNvSpPr>
            <a:spLocks noGrp="1"/>
          </p:cNvSpPr>
          <p:nvPr>
            <p:ph type="pic" sz="quarter" idx="12"/>
          </p:nvPr>
        </p:nvSpPr>
        <p:spPr bwMode="gray">
          <a:xfrm>
            <a:off x="0" y="-176400"/>
            <a:ext cx="12192000" cy="5157745"/>
          </a:xfrm>
          <a:custGeom>
            <a:avLst/>
            <a:gdLst>
              <a:gd name="connsiteX0" fmla="*/ 0 w 12192000"/>
              <a:gd name="connsiteY0" fmla="*/ 0 h 5157745"/>
              <a:gd name="connsiteX1" fmla="*/ 12192000 w 12192000"/>
              <a:gd name="connsiteY1" fmla="*/ 0 h 5157745"/>
              <a:gd name="connsiteX2" fmla="*/ 12192000 w 12192000"/>
              <a:gd name="connsiteY2" fmla="*/ 5157745 h 5157745"/>
              <a:gd name="connsiteX3" fmla="*/ 191455 w 12192000"/>
              <a:gd name="connsiteY3" fmla="*/ 5157745 h 5157745"/>
              <a:gd name="connsiteX4" fmla="*/ 0 w 12192000"/>
              <a:gd name="connsiteY4" fmla="*/ 4966290 h 5157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57745">
                <a:moveTo>
                  <a:pt x="0" y="0"/>
                </a:moveTo>
                <a:lnTo>
                  <a:pt x="12192000" y="0"/>
                </a:lnTo>
                <a:lnTo>
                  <a:pt x="12192000" y="5157745"/>
                </a:lnTo>
                <a:lnTo>
                  <a:pt x="191455" y="5157745"/>
                </a:lnTo>
                <a:cubicBezTo>
                  <a:pt x="85717" y="5157745"/>
                  <a:pt x="0" y="5072028"/>
                  <a:pt x="0" y="4966290"/>
                </a:cubicBezTo>
                <a:close/>
              </a:path>
            </a:pathLst>
          </a:custGeom>
          <a:solidFill>
            <a:schemeClr val="accent2">
              <a:lumMod val="20000"/>
              <a:lumOff val="80000"/>
              <a:alpha val="10000"/>
            </a:schemeClr>
          </a:solidFill>
        </p:spPr>
        <p:txBody>
          <a:bodyPr wrap="square" lIns="2880000" tIns="0" anchor="ctr" anchorCtr="0">
            <a:noAutofit/>
          </a:bodyPr>
          <a:lstStyle>
            <a:lvl1pPr algn="ctr">
              <a:defRPr sz="1400" b="0"/>
            </a:lvl1pPr>
          </a:lstStyle>
          <a:p>
            <a:r>
              <a:rPr lang="en-US" noProof="0"/>
              <a:t>Click icon to add picture</a:t>
            </a:r>
            <a:endParaRPr lang="en-GB" noProof="0" dirty="0"/>
          </a:p>
        </p:txBody>
      </p:sp>
      <p:sp>
        <p:nvSpPr>
          <p:cNvPr id="21" name="Text Placeholder 6">
            <a:extLst>
              <a:ext uri="{FF2B5EF4-FFF2-40B4-BE49-F238E27FC236}">
                <a16:creationId xmlns:a16="http://schemas.microsoft.com/office/drawing/2014/main" id="{D70CDBB0-369C-45DE-9CC2-370E4C98C65F}"/>
              </a:ext>
            </a:extLst>
          </p:cNvPr>
          <p:cNvSpPr>
            <a:spLocks noGrp="1"/>
          </p:cNvSpPr>
          <p:nvPr>
            <p:ph type="body" sz="quarter" idx="11" hasCustomPrompt="1"/>
          </p:nvPr>
        </p:nvSpPr>
        <p:spPr bwMode="gray">
          <a:xfrm>
            <a:off x="990000" y="2448480"/>
            <a:ext cx="4786024"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a:t>
            </a:r>
          </a:p>
        </p:txBody>
      </p:sp>
      <p:sp>
        <p:nvSpPr>
          <p:cNvPr id="19" name="Title 1">
            <a:extLst>
              <a:ext uri="{FF2B5EF4-FFF2-40B4-BE49-F238E27FC236}">
                <a16:creationId xmlns:a16="http://schemas.microsoft.com/office/drawing/2014/main" id="{2C9487CD-303C-46D0-A559-E815772F3479}"/>
              </a:ext>
            </a:extLst>
          </p:cNvPr>
          <p:cNvSpPr>
            <a:spLocks noGrp="1"/>
          </p:cNvSpPr>
          <p:nvPr>
            <p:ph type="ctrTitle" hasCustomPrompt="1"/>
          </p:nvPr>
        </p:nvSpPr>
        <p:spPr bwMode="gray">
          <a:xfrm>
            <a:off x="658800" y="1634399"/>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defRPr sz="3600" b="1">
                <a:solidFill>
                  <a:schemeClr val="bg1"/>
                </a:solidFill>
                <a:latin typeface="+mj-lt"/>
              </a:defRPr>
            </a:lvl1pPr>
          </a:lstStyle>
          <a:p>
            <a:r>
              <a:rPr lang="en-GB" noProof="0" dirty="0"/>
              <a:t>Click to </a:t>
            </a:r>
            <a:r>
              <a:rPr lang="en-GB" noProof="0"/>
              <a:t>add title</a:t>
            </a:r>
            <a:endParaRPr lang="en-GB" noProof="0" dirty="0"/>
          </a:p>
        </p:txBody>
      </p:sp>
      <p:sp>
        <p:nvSpPr>
          <p:cNvPr id="28" name="Project Placeholder">
            <a:extLst>
              <a:ext uri="{FF2B5EF4-FFF2-40B4-BE49-F238E27FC236}">
                <a16:creationId xmlns:a16="http://schemas.microsoft.com/office/drawing/2014/main" id="{5E4AFE1E-9B76-42E0-A2EA-84F5D0E53D02}"/>
              </a:ext>
            </a:extLst>
          </p:cNvPr>
          <p:cNvSpPr>
            <a:spLocks noGrp="1" noChangeAspect="1"/>
          </p:cNvSpPr>
          <p:nvPr>
            <p:ph type="pic" sz="quarter" idx="16" hasCustomPrompt="1"/>
          </p:nvPr>
        </p:nvSpPr>
        <p:spPr>
          <a:xfrm>
            <a:off x="658798" y="5896309"/>
            <a:ext cx="3857408" cy="961679"/>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16" name="TextBox 15">
            <a:extLst>
              <a:ext uri="{FF2B5EF4-FFF2-40B4-BE49-F238E27FC236}">
                <a16:creationId xmlns:a16="http://schemas.microsoft.com/office/drawing/2014/main" id="{D6E113D3-2DD2-409B-B6A5-8210F7F82BD3}"/>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dirty="0" err="1">
              <a:solidFill>
                <a:srgbClr val="696969"/>
              </a:solidFill>
            </a:endParaRPr>
          </a:p>
        </p:txBody>
      </p:sp>
      <p:sp>
        <p:nvSpPr>
          <p:cNvPr id="18" name="TextBox 17">
            <a:extLst>
              <a:ext uri="{FF2B5EF4-FFF2-40B4-BE49-F238E27FC236}">
                <a16:creationId xmlns:a16="http://schemas.microsoft.com/office/drawing/2014/main" id="{8CB8308A-E701-41F6-94DB-7B598273B2FF}"/>
              </a:ext>
            </a:extLst>
          </p:cNvPr>
          <p:cNvSpPr txBox="1"/>
          <p:nvPr userDrawn="1"/>
        </p:nvSpPr>
        <p:spPr>
          <a:xfrm>
            <a:off x="-2261849" y="2123802"/>
            <a:ext cx="1826420" cy="4073798"/>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Click </a:t>
            </a:r>
            <a:r>
              <a:rPr lang="en-US" sz="1000" b="0" dirty="0">
                <a:solidFill>
                  <a:srgbClr val="696969"/>
                </a:solidFill>
              </a:rPr>
              <a:t>on the existing photo, and choose 'Cut' via the right mouse button.</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Select </a:t>
            </a:r>
            <a:r>
              <a:rPr lang="en-US" sz="1000" b="0" dirty="0">
                <a:solidFill>
                  <a:srgbClr val="696969"/>
                </a:solidFill>
              </a:rPr>
              <a:t>a photo from the last part of the PP file 'Useful elements, example slides and photos', or download a photo from the Media box &gt; Photos on the Brand Portal (https://brandportal.ing.com).</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Copy </a:t>
            </a:r>
            <a:r>
              <a:rPr lang="en-US" sz="1000" b="0" dirty="0">
                <a:solidFill>
                  <a:srgbClr val="696969"/>
                </a:solidFill>
              </a:rPr>
              <a:t>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endParaRPr lang="en-US" sz="1000" b="0" dirty="0">
              <a:solidFill>
                <a:srgbClr val="696969"/>
              </a:solidFill>
            </a:endParaRPr>
          </a:p>
          <a:p>
            <a:pPr marL="72000" marR="0" lvl="0" indent="-72000" algn="l" defTabSz="914400" rtl="0" eaLnBrk="1" fontAlgn="auto" latinLnBrk="0" hangingPunct="1">
              <a:lnSpc>
                <a:spcPct val="100000"/>
              </a:lnSpc>
              <a:spcBef>
                <a:spcPts val="0"/>
              </a:spcBef>
              <a:spcAft>
                <a:spcPts val="0"/>
              </a:spcAft>
              <a:buClrTx/>
              <a:buSzTx/>
              <a:buFont typeface="ING Me" panose="02000506040000020004" pitchFamily="50" charset="0"/>
              <a:buChar char="–"/>
              <a:tabLst/>
              <a:defRPr/>
            </a:pPr>
            <a:r>
              <a:rPr lang="en-US" sz="1000" b="0">
                <a:solidFill>
                  <a:srgbClr val="696969"/>
                </a:solidFill>
              </a:rPr>
              <a:t>Finally</a:t>
            </a:r>
            <a:r>
              <a:rPr lang="en-US" sz="1000" b="0" dirty="0">
                <a:solidFill>
                  <a:srgbClr val="696969"/>
                </a:solidFill>
              </a:rPr>
              <a:t>, click on the new picture and choose 'Move to Back' via the right mouse button to show the heading bars again.</a:t>
            </a:r>
            <a:endParaRPr lang="en-GB" sz="1000" b="0" dirty="0" err="1">
              <a:solidFill>
                <a:srgbClr val="696969"/>
              </a:solidFill>
            </a:endParaRPr>
          </a:p>
        </p:txBody>
      </p:sp>
    </p:spTree>
    <p:extLst>
      <p:ext uri="{BB962C8B-B14F-4D97-AF65-F5344CB8AC3E}">
        <p14:creationId xmlns:p14="http://schemas.microsoft.com/office/powerpoint/2010/main" val="2981768974"/>
      </p:ext>
    </p:extLst>
  </p:cSld>
  <p:clrMapOvr>
    <a:masterClrMapping/>
  </p:clrMapOvr>
  <p:extLst>
    <p:ext uri="{DCECCB84-F9BA-43D5-87BE-67443E8EF086}">
      <p15:sldGuideLst xmlns:p15="http://schemas.microsoft.com/office/powerpoint/2012/main">
        <p15:guide id="1" orient="horz" pos="1491" userDrawn="1">
          <p15:clr>
            <a:srgbClr val="FBAE40"/>
          </p15:clr>
        </p15:guide>
        <p15:guide id="2" orient="horz" pos="1542" userDrawn="1">
          <p15:clr>
            <a:srgbClr val="FBAE40"/>
          </p15:clr>
        </p15:guide>
        <p15:guide id="3" orient="horz" pos="2006" userDrawn="1">
          <p15:clr>
            <a:srgbClr val="FBAE40"/>
          </p15:clr>
        </p15:guide>
        <p15:guide id="4" orient="horz" pos="2057"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white ING logo">
    <p:bg bwMode="gray">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18D78F9-BB7D-40AA-8961-EB7AA360E747}"/>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cxnSp>
        <p:nvCxnSpPr>
          <p:cNvPr id="10" name="Straight Connector 9">
            <a:extLst>
              <a:ext uri="{FF2B5EF4-FFF2-40B4-BE49-F238E27FC236}">
                <a16:creationId xmlns:a16="http://schemas.microsoft.com/office/drawing/2014/main" id="{8EDB157E-826F-4E03-8A69-685294EC5B1D}"/>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73288B3-3A33-4122-B8B7-0142A71D1C97}"/>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12" name="ING logo">
            <a:extLst>
              <a:ext uri="{FF2B5EF4-FFF2-40B4-BE49-F238E27FC236}">
                <a16:creationId xmlns:a16="http://schemas.microsoft.com/office/drawing/2014/main" id="{4D97A26D-2654-4F2E-A196-B6096B1AEBA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sp>
        <p:nvSpPr>
          <p:cNvPr id="3" name="Text Placeholder 2">
            <a:extLst>
              <a:ext uri="{FF2B5EF4-FFF2-40B4-BE49-F238E27FC236}">
                <a16:creationId xmlns:a16="http://schemas.microsoft.com/office/drawing/2014/main" id="{F7D0D5B2-609E-47E4-8BC9-E79E8E4C625C}"/>
              </a:ext>
            </a:extLst>
          </p:cNvPr>
          <p:cNvSpPr>
            <a:spLocks noGrp="1"/>
          </p:cNvSpPr>
          <p:nvPr>
            <p:ph type="body" sz="quarter" idx="12" hasCustomPrompt="1"/>
          </p:nvPr>
        </p:nvSpPr>
        <p:spPr>
          <a:xfrm>
            <a:off x="658800" y="558360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dirty="0"/>
              <a:t>Click to </a:t>
            </a:r>
            <a:r>
              <a:rPr lang="en-GB" noProof="0"/>
              <a:t>add date</a:t>
            </a:r>
          </a:p>
        </p:txBody>
      </p:sp>
      <p:sp>
        <p:nvSpPr>
          <p:cNvPr id="26" name="Subtitle 2"/>
          <p:cNvSpPr>
            <a:spLocks noGrp="1"/>
          </p:cNvSpPr>
          <p:nvPr>
            <p:ph type="subTitle" idx="1" hasCustomPrompt="1"/>
          </p:nvPr>
        </p:nvSpPr>
        <p:spPr bwMode="gray">
          <a:xfrm>
            <a:off x="658800" y="5277600"/>
            <a:ext cx="5256000" cy="294302"/>
          </a:xfrm>
        </p:spPr>
        <p:txBody>
          <a:bodyPr wrap="square" lIns="0" t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27" name="Text Placeholder 6"/>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dirty="0"/>
              <a:t>Click to add (sub)title</a:t>
            </a:r>
          </a:p>
        </p:txBody>
      </p:sp>
      <p:sp>
        <p:nvSpPr>
          <p:cNvPr id="25" name="Title 1"/>
          <p:cNvSpPr>
            <a:spLocks noGrp="1"/>
          </p:cNvSpPr>
          <p:nvPr>
            <p:ph type="ctrTitle" hasCustomPrompt="1"/>
          </p:nvPr>
        </p:nvSpPr>
        <p:spPr bwMode="gray">
          <a:xfrm>
            <a:off x="658856" y="1634400"/>
            <a:ext cx="3712436" cy="738000"/>
          </a:xfrm>
          <a:prstGeom prst="roundRect">
            <a:avLst>
              <a:gd name="adj" fmla="val 13767"/>
            </a:avLst>
          </a:prstGeom>
          <a:solidFill>
            <a:srgbClr val="FF6200"/>
          </a:solidFill>
          <a:ln w="6350">
            <a:noFill/>
          </a:ln>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add title</a:t>
            </a:r>
          </a:p>
        </p:txBody>
      </p:sp>
      <p:sp>
        <p:nvSpPr>
          <p:cNvPr id="22" name="Project Placeholder">
            <a:extLst>
              <a:ext uri="{FF2B5EF4-FFF2-40B4-BE49-F238E27FC236}">
                <a16:creationId xmlns:a16="http://schemas.microsoft.com/office/drawing/2014/main" id="{FF773A2F-D10D-414B-B226-9CEDBFF8ADC7}"/>
              </a:ext>
            </a:extLst>
          </p:cNvPr>
          <p:cNvSpPr>
            <a:spLocks noGrp="1" noChangeAspect="1"/>
          </p:cNvSpPr>
          <p:nvPr>
            <p:ph type="pic" sz="quarter" idx="16" hasCustomPrompt="1"/>
          </p:nvPr>
        </p:nvSpPr>
        <p:spPr>
          <a:xfrm>
            <a:off x="658798" y="5896309"/>
            <a:ext cx="3857456"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13" name="TextBox 12">
            <a:extLst>
              <a:ext uri="{FF2B5EF4-FFF2-40B4-BE49-F238E27FC236}">
                <a16:creationId xmlns:a16="http://schemas.microsoft.com/office/drawing/2014/main" id="{A3E72A35-A7D1-43E0-A540-B9177A307238}"/>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dirty="0" err="1">
              <a:solidFill>
                <a:srgbClr val="696969"/>
              </a:solidFill>
            </a:endParaRPr>
          </a:p>
        </p:txBody>
      </p:sp>
    </p:spTree>
    <p:extLst>
      <p:ext uri="{BB962C8B-B14F-4D97-AF65-F5344CB8AC3E}">
        <p14:creationId xmlns:p14="http://schemas.microsoft.com/office/powerpoint/2010/main" val="1580217835"/>
      </p:ext>
    </p:extLst>
  </p:cSld>
  <p:clrMapOvr>
    <a:masterClrMapping/>
  </p:clrMapOvr>
  <p:extLst>
    <p:ext uri="{DCECCB84-F9BA-43D5-87BE-67443E8EF086}">
      <p15:sldGuideLst xmlns:p15="http://schemas.microsoft.com/office/powerpoint/2012/main">
        <p15:guide id="1" orient="horz" pos="1491" userDrawn="1">
          <p15:clr>
            <a:srgbClr val="FBAE40"/>
          </p15:clr>
        </p15:guide>
        <p15:guide id="2" orient="horz" pos="1542" userDrawn="1">
          <p15:clr>
            <a:srgbClr val="FBAE40"/>
          </p15:clr>
        </p15:guide>
        <p15:guide id="3" orient="horz" pos="2006" userDrawn="1">
          <p15:clr>
            <a:srgbClr val="FBAE40"/>
          </p15:clr>
        </p15:guide>
        <p15:guide id="4" orient="horz" pos="2057"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full picture confidential">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E86FEC7-4848-4673-A9C4-5B2F4BF62633}"/>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grpSp>
        <p:nvGrpSpPr>
          <p:cNvPr id="23" name="Group 22">
            <a:extLst>
              <a:ext uri="{FF2B5EF4-FFF2-40B4-BE49-F238E27FC236}">
                <a16:creationId xmlns:a16="http://schemas.microsoft.com/office/drawing/2014/main" id="{FDADF138-7C24-4C0D-B684-AF614FA3BF9B}"/>
              </a:ext>
            </a:extLst>
          </p:cNvPr>
          <p:cNvGrpSpPr/>
          <p:nvPr userDrawn="1"/>
        </p:nvGrpSpPr>
        <p:grpSpPr>
          <a:xfrm>
            <a:off x="-435429" y="5878278"/>
            <a:ext cx="290286" cy="979713"/>
            <a:chOff x="-435429" y="5878278"/>
            <a:chExt cx="290286" cy="979713"/>
          </a:xfrm>
        </p:grpSpPr>
        <p:cxnSp>
          <p:nvCxnSpPr>
            <p:cNvPr id="24" name="Straight Connector 23">
              <a:extLst>
                <a:ext uri="{FF2B5EF4-FFF2-40B4-BE49-F238E27FC236}">
                  <a16:creationId xmlns:a16="http://schemas.microsoft.com/office/drawing/2014/main" id="{879E898A-2066-4366-95E3-5DD9BB3FCF23}"/>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0D5E4A7-D69F-4A1C-84B6-01182918AD2F}"/>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3D2BCD13-0B5C-4CE8-9033-79C163DDE18F}"/>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AA3BA10-8A9F-4918-A071-10F75A27DE02}"/>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28" name="ING logo">
            <a:extLst>
              <a:ext uri="{FF2B5EF4-FFF2-40B4-BE49-F238E27FC236}">
                <a16:creationId xmlns:a16="http://schemas.microsoft.com/office/drawing/2014/main" id="{013C07AC-DFFD-4358-9B2B-29F86846540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grpSp>
        <p:nvGrpSpPr>
          <p:cNvPr id="45" name="Confidential"/>
          <p:cNvGrpSpPr/>
          <p:nvPr userDrawn="1"/>
        </p:nvGrpSpPr>
        <p:grpSpPr>
          <a:xfrm>
            <a:off x="10749167" y="-133099"/>
            <a:ext cx="1441027" cy="1565166"/>
            <a:chOff x="5364088" y="4720073"/>
            <a:chExt cx="1441027" cy="1565166"/>
          </a:xfrm>
        </p:grpSpPr>
        <p:sp>
          <p:nvSpPr>
            <p:cNvPr id="47" name="Freeform 5"/>
            <p:cNvSpPr>
              <a:spLocks/>
            </p:cNvSpPr>
            <p:nvPr/>
          </p:nvSpPr>
          <p:spPr bwMode="gray">
            <a:xfrm>
              <a:off x="5364088" y="4844212"/>
              <a:ext cx="1441027" cy="1441027"/>
            </a:xfrm>
            <a:custGeom>
              <a:avLst/>
              <a:gdLst>
                <a:gd name="T0" fmla="*/ 0 w 810"/>
                <a:gd name="T1" fmla="*/ 0 h 810"/>
                <a:gd name="T2" fmla="*/ 810 w 810"/>
                <a:gd name="T3" fmla="*/ 810 h 810"/>
                <a:gd name="T4" fmla="*/ 810 w 810"/>
                <a:gd name="T5" fmla="*/ 536 h 810"/>
                <a:gd name="T6" fmla="*/ 274 w 810"/>
                <a:gd name="T7" fmla="*/ 0 h 810"/>
                <a:gd name="T8" fmla="*/ 0 w 810"/>
                <a:gd name="T9" fmla="*/ 0 h 810"/>
              </a:gdLst>
              <a:ahLst/>
              <a:cxnLst>
                <a:cxn ang="0">
                  <a:pos x="T0" y="T1"/>
                </a:cxn>
                <a:cxn ang="0">
                  <a:pos x="T2" y="T3"/>
                </a:cxn>
                <a:cxn ang="0">
                  <a:pos x="T4" y="T5"/>
                </a:cxn>
                <a:cxn ang="0">
                  <a:pos x="T6" y="T7"/>
                </a:cxn>
                <a:cxn ang="0">
                  <a:pos x="T8" y="T9"/>
                </a:cxn>
              </a:cxnLst>
              <a:rect l="0" t="0" r="r" b="b"/>
              <a:pathLst>
                <a:path w="810" h="810">
                  <a:moveTo>
                    <a:pt x="0" y="0"/>
                  </a:moveTo>
                  <a:lnTo>
                    <a:pt x="810" y="810"/>
                  </a:lnTo>
                  <a:lnTo>
                    <a:pt x="810" y="536"/>
                  </a:lnTo>
                  <a:lnTo>
                    <a:pt x="274" y="0"/>
                  </a:lnTo>
                  <a:lnTo>
                    <a:pt x="0" y="0"/>
                  </a:lnTo>
                  <a:close/>
                </a:path>
              </a:pathLst>
            </a:custGeom>
            <a:solidFill>
              <a:srgbClr val="17A7DC"/>
            </a:solidFill>
            <a:ln w="19050">
              <a:solidFill>
                <a:srgbClr val="17A7DC"/>
              </a:solidFill>
              <a:round/>
              <a:headEnd/>
              <a:tailEnd/>
            </a:ln>
          </p:spPr>
          <p:txBody>
            <a:bodyPr vert="horz" wrap="square" lIns="91440" tIns="45720" rIns="91440" bIns="45720" numCol="1" anchor="t" anchorCtr="0" compatLnSpc="1">
              <a:prstTxWarp prst="textNoShape">
                <a:avLst/>
              </a:prstTxWarp>
            </a:bodyPr>
            <a:lstStyle/>
            <a:p>
              <a:endParaRPr lang="en-GB" sz="3200"/>
            </a:p>
          </p:txBody>
        </p:sp>
        <p:sp>
          <p:nvSpPr>
            <p:cNvPr id="48" name="Title 14"/>
            <p:cNvSpPr txBox="1">
              <a:spLocks/>
            </p:cNvSpPr>
            <p:nvPr userDrawn="1"/>
          </p:nvSpPr>
          <p:spPr bwMode="gray">
            <a:xfrm rot="2700000">
              <a:off x="5481455" y="5320862"/>
              <a:ext cx="1447800" cy="246221"/>
            </a:xfrm>
            <a:prstGeom prst="rect">
              <a:avLst/>
            </a:prstGeom>
          </p:spPr>
          <p:txBody>
            <a:bodyPr vert="horz" wrap="none" lIns="0" tIns="0" rIns="0" bIns="0" rtlCol="0" anchor="ctr" anchorCtr="0">
              <a:noAutofit/>
            </a:bodyPr>
            <a:lstStyle>
              <a:lvl1pPr algn="l" defTabSz="914400" rtl="0" eaLnBrk="1" latinLnBrk="0" hangingPunct="1">
                <a:lnSpc>
                  <a:spcPts val="4600"/>
                </a:lnSpc>
                <a:spcBef>
                  <a:spcPct val="0"/>
                </a:spcBef>
                <a:buNone/>
                <a:defRPr sz="4400" b="1" kern="1200" baseline="0">
                  <a:solidFill>
                    <a:schemeClr val="bg1"/>
                  </a:solidFill>
                  <a:latin typeface="+mj-lt"/>
                  <a:ea typeface="+mj-ea"/>
                  <a:cs typeface="Arial" panose="020B0604020202020204" pitchFamily="34" charset="0"/>
                </a:defRPr>
              </a:lvl1pPr>
            </a:lstStyle>
            <a:p>
              <a:pPr algn="ctr">
                <a:lnSpc>
                  <a:spcPct val="100000"/>
                </a:lnSpc>
              </a:pPr>
              <a:r>
                <a:rPr lang="en-GB" sz="1600" noProof="0" dirty="0"/>
                <a:t>Confidential</a:t>
              </a:r>
            </a:p>
          </p:txBody>
        </p:sp>
      </p:grpSp>
      <p:sp>
        <p:nvSpPr>
          <p:cNvPr id="20" name="Text Placeholder 2">
            <a:extLst>
              <a:ext uri="{FF2B5EF4-FFF2-40B4-BE49-F238E27FC236}">
                <a16:creationId xmlns:a16="http://schemas.microsoft.com/office/drawing/2014/main" id="{465FDFAE-9371-42DC-80CE-6212FDA9A2C9}"/>
              </a:ext>
            </a:extLst>
          </p:cNvPr>
          <p:cNvSpPr>
            <a:spLocks noGrp="1"/>
          </p:cNvSpPr>
          <p:nvPr>
            <p:ph type="body" sz="quarter" idx="14" hasCustomPrompt="1"/>
          </p:nvPr>
        </p:nvSpPr>
        <p:spPr>
          <a:xfrm>
            <a:off x="658800" y="5583600"/>
            <a:ext cx="5256000" cy="294302"/>
          </a:xfrm>
        </p:spPr>
        <p:txBody>
          <a:bodyPr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add date</a:t>
            </a:r>
          </a:p>
        </p:txBody>
      </p:sp>
      <p:sp>
        <p:nvSpPr>
          <p:cNvPr id="17" name="Subtitle 2">
            <a:extLst>
              <a:ext uri="{FF2B5EF4-FFF2-40B4-BE49-F238E27FC236}">
                <a16:creationId xmlns:a16="http://schemas.microsoft.com/office/drawing/2014/main" id="{1A0CD90A-7939-4751-928D-CD5CBB22EE4B}"/>
              </a:ext>
            </a:extLst>
          </p:cNvPr>
          <p:cNvSpPr>
            <a:spLocks noGrp="1"/>
          </p:cNvSpPr>
          <p:nvPr>
            <p:ph type="subTitle" idx="1" hasCustomPrompt="1"/>
          </p:nvPr>
        </p:nvSpPr>
        <p:spPr bwMode="gray">
          <a:xfrm>
            <a:off x="658800" y="5277600"/>
            <a:ext cx="5256000" cy="294302"/>
          </a:xfrm>
        </p:spPr>
        <p:txBody>
          <a:bodyPr rIns="36000" bIns="72000" anchor="t" anchorCtr="0">
            <a:spAutoFit/>
          </a:bodyPr>
          <a:lstStyle>
            <a:lvl1pPr marL="0" indent="0" algn="l">
              <a:lnSpc>
                <a:spcPct val="90000"/>
              </a:lnSpc>
              <a:buNone/>
              <a:defRPr sz="1600" b="1" i="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and/or author</a:t>
            </a:r>
          </a:p>
        </p:txBody>
      </p:sp>
      <p:sp>
        <p:nvSpPr>
          <p:cNvPr id="19" name="Text Placeholder 6">
            <a:extLst>
              <a:ext uri="{FF2B5EF4-FFF2-40B4-BE49-F238E27FC236}">
                <a16:creationId xmlns:a16="http://schemas.microsoft.com/office/drawing/2014/main" id="{30766271-113F-4C5F-BEA9-2B8D1F8FE10E}"/>
              </a:ext>
            </a:extLst>
          </p:cNvPr>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pPr lvl="0"/>
            <a:r>
              <a:rPr lang="en-GB" noProof="0" dirty="0"/>
              <a:t>Click to add (sub)title</a:t>
            </a:r>
          </a:p>
        </p:txBody>
      </p:sp>
      <p:sp>
        <p:nvSpPr>
          <p:cNvPr id="16" name="Title 1">
            <a:extLst>
              <a:ext uri="{FF2B5EF4-FFF2-40B4-BE49-F238E27FC236}">
                <a16:creationId xmlns:a16="http://schemas.microsoft.com/office/drawing/2014/main" id="{E34099AA-6604-4254-ACD4-37B7B8373FAA}"/>
              </a:ext>
            </a:extLst>
          </p:cNvPr>
          <p:cNvSpPr>
            <a:spLocks noGrp="1"/>
          </p:cNvSpPr>
          <p:nvPr>
            <p:ph type="ctrTitle" hasCustomPrompt="1"/>
          </p:nvPr>
        </p:nvSpPr>
        <p:spPr bwMode="gray">
          <a:xfrm>
            <a:off x="658800" y="163440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t>
            </a:r>
            <a:r>
              <a:rPr lang="en-GB" noProof="0"/>
              <a:t>add title</a:t>
            </a:r>
            <a:endParaRPr lang="en-GB" noProof="0" dirty="0"/>
          </a:p>
        </p:txBody>
      </p:sp>
      <p:sp>
        <p:nvSpPr>
          <p:cNvPr id="29" name="Project Placeholder">
            <a:extLst>
              <a:ext uri="{FF2B5EF4-FFF2-40B4-BE49-F238E27FC236}">
                <a16:creationId xmlns:a16="http://schemas.microsoft.com/office/drawing/2014/main" id="{026A36CF-1C2C-48FA-9AF7-65727F8826F0}"/>
              </a:ext>
            </a:extLst>
          </p:cNvPr>
          <p:cNvSpPr>
            <a:spLocks noGrp="1" noChangeAspect="1"/>
          </p:cNvSpPr>
          <p:nvPr>
            <p:ph type="pic" sz="quarter" idx="16" hasCustomPrompt="1"/>
          </p:nvPr>
        </p:nvSpPr>
        <p:spPr>
          <a:xfrm>
            <a:off x="658797" y="5896309"/>
            <a:ext cx="3857399" cy="961677"/>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18" name="TextBox 17">
            <a:extLst>
              <a:ext uri="{FF2B5EF4-FFF2-40B4-BE49-F238E27FC236}">
                <a16:creationId xmlns:a16="http://schemas.microsoft.com/office/drawing/2014/main" id="{D689C158-114A-4690-B8A2-D0BCDDA501DB}"/>
              </a:ext>
            </a:extLst>
          </p:cNvPr>
          <p:cNvSpPr txBox="1"/>
          <p:nvPr userDrawn="1"/>
        </p:nvSpPr>
        <p:spPr>
          <a:xfrm>
            <a:off x="-2261849" y="0"/>
            <a:ext cx="1826420" cy="1919363"/>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a:solidFill>
                  <a:srgbClr val="696969"/>
                </a:solidFill>
              </a:rPr>
              <a:t>ING logo or identifier: which cover should I use?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rgbClr val="696969"/>
                </a:solidFill>
              </a:rPr>
              <a:t>You can choose between covers with the ING logo or with the ING identifier. The identifier can be best applied in commercial and informal presentations, assuming it has significant brand recognition in your market, but is less suitable for formal information</a:t>
            </a:r>
            <a:endParaRPr lang="en-GB" sz="1000" b="0" dirty="0" err="1">
              <a:solidFill>
                <a:srgbClr val="696969"/>
              </a:solidFill>
            </a:endParaRPr>
          </a:p>
        </p:txBody>
      </p:sp>
    </p:spTree>
    <p:extLst>
      <p:ext uri="{BB962C8B-B14F-4D97-AF65-F5344CB8AC3E}">
        <p14:creationId xmlns:p14="http://schemas.microsoft.com/office/powerpoint/2010/main" val="4133833069"/>
      </p:ext>
    </p:extLst>
  </p:cSld>
  <p:clrMapOvr>
    <a:masterClrMapping/>
  </p:clrMapOvr>
  <p:extLst>
    <p:ext uri="{DCECCB84-F9BA-43D5-87BE-67443E8EF086}">
      <p15:sldGuideLst xmlns:p15="http://schemas.microsoft.com/office/powerpoint/2012/main">
        <p15:guide id="1" orient="horz" pos="1491" userDrawn="1">
          <p15:clr>
            <a:srgbClr val="FBAE40"/>
          </p15:clr>
        </p15:guide>
        <p15:guide id="2" orient="horz" pos="1542" userDrawn="1">
          <p15:clr>
            <a:srgbClr val="FBAE40"/>
          </p15:clr>
        </p15:guide>
        <p15:guide id="3" orient="horz" pos="2006" userDrawn="1">
          <p15:clr>
            <a:srgbClr val="FBAE40"/>
          </p15:clr>
        </p15:guide>
        <p15:guide id="4" orient="horz" pos="205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dex slide">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515CBA26-4510-4A9C-B080-4211950399FD}"/>
              </a:ext>
            </a:extLst>
          </p:cNvPr>
          <p:cNvSpPr>
            <a:spLocks noGrp="1"/>
          </p:cNvSpPr>
          <p:nvPr>
            <p:ph type="ftr" sz="quarter" idx="12"/>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1DDC45C2-05A9-46EA-B276-6A874E5C1E4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11" name="Text Placeholder 10">
            <a:extLst>
              <a:ext uri="{FF2B5EF4-FFF2-40B4-BE49-F238E27FC236}">
                <a16:creationId xmlns:a16="http://schemas.microsoft.com/office/drawing/2014/main" id="{6BA07CBC-1D3E-422E-A575-116DF6809A5F}"/>
              </a:ext>
            </a:extLst>
          </p:cNvPr>
          <p:cNvSpPr>
            <a:spLocks noGrp="1"/>
          </p:cNvSpPr>
          <p:nvPr>
            <p:ph type="body" sz="quarter" idx="13" hasCustomPrompt="1"/>
          </p:nvPr>
        </p:nvSpPr>
        <p:spPr bwMode="auto">
          <a:xfrm>
            <a:off x="659008" y="1141198"/>
            <a:ext cx="10875600" cy="5058000"/>
          </a:xfrm>
          <a:custGeom>
            <a:avLst/>
            <a:gdLst>
              <a:gd name="connsiteX0" fmla="*/ 0 w 10489176"/>
              <a:gd name="connsiteY0" fmla="*/ 0 h 5058000"/>
              <a:gd name="connsiteX1" fmla="*/ 10489176 w 10489176"/>
              <a:gd name="connsiteY1" fmla="*/ 0 h 5058000"/>
              <a:gd name="connsiteX2" fmla="*/ 10489176 w 10489176"/>
              <a:gd name="connsiteY2" fmla="*/ 5058000 h 5058000"/>
              <a:gd name="connsiteX3" fmla="*/ 0 w 10489176"/>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10489176" h="5058000">
                <a:moveTo>
                  <a:pt x="0" y="0"/>
                </a:moveTo>
                <a:lnTo>
                  <a:pt x="10489176" y="0"/>
                </a:lnTo>
                <a:lnTo>
                  <a:pt x="10489176"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Tree>
    <p:extLst>
      <p:ext uri="{BB962C8B-B14F-4D97-AF65-F5344CB8AC3E}">
        <p14:creationId xmlns:p14="http://schemas.microsoft.com/office/powerpoint/2010/main" val="2287731730"/>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dex slide picture right">
    <p:bg bwMode="gray">
      <p:bgRef idx="1001">
        <a:schemeClr val="bg1"/>
      </p:bgRef>
    </p:bg>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CEA75376-E7C9-4515-A27A-D366A6F50C18}"/>
              </a:ext>
            </a:extLst>
          </p:cNvPr>
          <p:cNvSpPr>
            <a:spLocks noGrp="1"/>
          </p:cNvSpPr>
          <p:nvPr>
            <p:ph type="ftr" sz="quarter" idx="17"/>
          </p:nvPr>
        </p:nvSpPr>
        <p:spPr>
          <a:xfrm>
            <a:off x="659007" y="6403940"/>
            <a:ext cx="7408800" cy="187200"/>
          </a:xfrm>
        </p:spPr>
        <p:txBody>
          <a:bodyPr/>
          <a:lstStyle>
            <a:lvl1pPr>
              <a:defRPr/>
            </a:lvl1pPr>
          </a:lstStyle>
          <a:p>
            <a:endParaRPr lang="en-GB" noProof="0"/>
          </a:p>
        </p:txBody>
      </p:sp>
      <p:sp>
        <p:nvSpPr>
          <p:cNvPr id="8" name="Picture Placeholder 7">
            <a:extLst>
              <a:ext uri="{FF2B5EF4-FFF2-40B4-BE49-F238E27FC236}">
                <a16:creationId xmlns:a16="http://schemas.microsoft.com/office/drawing/2014/main" id="{0136ED5D-41FE-434B-8102-33405500B8E3}"/>
              </a:ext>
            </a:extLst>
          </p:cNvPr>
          <p:cNvSpPr>
            <a:spLocks noGrp="1"/>
          </p:cNvSpPr>
          <p:nvPr>
            <p:ph type="pic" sz="quarter" idx="20"/>
          </p:nvPr>
        </p:nvSpPr>
        <p:spPr bwMode="gray">
          <a:xfrm>
            <a:off x="8415482" y="1"/>
            <a:ext cx="3776519" cy="6857999"/>
          </a:xfrm>
          <a:custGeom>
            <a:avLst/>
            <a:gdLst>
              <a:gd name="connsiteX0" fmla="*/ 0 w 3776519"/>
              <a:gd name="connsiteY0" fmla="*/ 0 h 6857999"/>
              <a:gd name="connsiteX1" fmla="*/ 190493 w 3776519"/>
              <a:gd name="connsiteY1" fmla="*/ 0 h 6857999"/>
              <a:gd name="connsiteX2" fmla="*/ 914400 w 3776519"/>
              <a:gd name="connsiteY2" fmla="*/ 0 h 6857999"/>
              <a:gd name="connsiteX3" fmla="*/ 3776519 w 3776519"/>
              <a:gd name="connsiteY3" fmla="*/ 0 h 6857999"/>
              <a:gd name="connsiteX4" fmla="*/ 3776519 w 3776519"/>
              <a:gd name="connsiteY4" fmla="*/ 6857999 h 6857999"/>
              <a:gd name="connsiteX5" fmla="*/ 190491 w 3776519"/>
              <a:gd name="connsiteY5" fmla="*/ 6857999 h 6857999"/>
              <a:gd name="connsiteX6" fmla="*/ 116345 w 3776519"/>
              <a:gd name="connsiteY6" fmla="*/ 6843030 h 6857999"/>
              <a:gd name="connsiteX7" fmla="*/ 0 w 3776519"/>
              <a:gd name="connsiteY7" fmla="*/ 6667507 h 6857999"/>
              <a:gd name="connsiteX8" fmla="*/ 0 w 3776519"/>
              <a:gd name="connsiteY8" fmla="*/ 914400 h 6857999"/>
              <a:gd name="connsiteX9" fmla="*/ 0 w 3776519"/>
              <a:gd name="connsiteY9" fmla="*/ 19049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519" h="6857999">
                <a:moveTo>
                  <a:pt x="0" y="0"/>
                </a:moveTo>
                <a:lnTo>
                  <a:pt x="190493" y="0"/>
                </a:lnTo>
                <a:lnTo>
                  <a:pt x="914400" y="0"/>
                </a:lnTo>
                <a:lnTo>
                  <a:pt x="3776519" y="0"/>
                </a:lnTo>
                <a:lnTo>
                  <a:pt x="3776519" y="6857999"/>
                </a:lnTo>
                <a:lnTo>
                  <a:pt x="190491" y="6857999"/>
                </a:lnTo>
                <a:lnTo>
                  <a:pt x="116345" y="6843030"/>
                </a:lnTo>
                <a:cubicBezTo>
                  <a:pt x="47974" y="6814111"/>
                  <a:pt x="0" y="6746411"/>
                  <a:pt x="0" y="6667507"/>
                </a:cubicBezTo>
                <a:lnTo>
                  <a:pt x="0" y="914400"/>
                </a:lnTo>
                <a:lnTo>
                  <a:pt x="0" y="190493"/>
                </a:lnTo>
                <a:close/>
              </a:path>
            </a:pathLst>
          </a:custGeom>
          <a:solidFill>
            <a:schemeClr val="accent2">
              <a:lumMod val="20000"/>
              <a:lumOff val="80000"/>
              <a:alpha val="10000"/>
            </a:schemeClr>
          </a:solidFill>
        </p:spPr>
        <p:txBody>
          <a:bodyPr wrap="square" lIns="360000" tIns="360000" rIns="360000" bIns="360000">
            <a:noAutofit/>
          </a:bodyPr>
          <a:lstStyle/>
          <a:p>
            <a:r>
              <a:rPr lang="en-US" noProof="0"/>
              <a:t>Click icon to add picture</a:t>
            </a:r>
            <a:endParaRPr lang="en-GB" noProof="0"/>
          </a:p>
        </p:txBody>
      </p:sp>
      <p:sp>
        <p:nvSpPr>
          <p:cNvPr id="20" name="Text Placeholder 19">
            <a:extLst>
              <a:ext uri="{FF2B5EF4-FFF2-40B4-BE49-F238E27FC236}">
                <a16:creationId xmlns:a16="http://schemas.microsoft.com/office/drawing/2014/main" id="{3B02C1D6-EBC4-42E4-AD3A-B8313C31BD73}"/>
              </a:ext>
            </a:extLst>
          </p:cNvPr>
          <p:cNvSpPr>
            <a:spLocks noGrp="1"/>
          </p:cNvSpPr>
          <p:nvPr>
            <p:ph type="body" sz="quarter" idx="21" hasCustomPrompt="1"/>
          </p:nvPr>
        </p:nvSpPr>
        <p:spPr bwMode="auto">
          <a:xfrm>
            <a:off x="659008" y="1141198"/>
            <a:ext cx="7408800" cy="5058000"/>
          </a:xfrm>
          <a:custGeom>
            <a:avLst/>
            <a:gdLst>
              <a:gd name="connsiteX0" fmla="*/ 0 w 5617764"/>
              <a:gd name="connsiteY0" fmla="*/ 0 h 5058000"/>
              <a:gd name="connsiteX1" fmla="*/ 5617764 w 5617764"/>
              <a:gd name="connsiteY1" fmla="*/ 0 h 5058000"/>
              <a:gd name="connsiteX2" fmla="*/ 5617764 w 5617764"/>
              <a:gd name="connsiteY2" fmla="*/ 5058000 h 5058000"/>
              <a:gd name="connsiteX3" fmla="*/ 0 w 5617764"/>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5617764" h="5058000">
                <a:moveTo>
                  <a:pt x="0" y="0"/>
                </a:moveTo>
                <a:lnTo>
                  <a:pt x="5617764" y="0"/>
                </a:lnTo>
                <a:lnTo>
                  <a:pt x="5617764"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
        <p:nvSpPr>
          <p:cNvPr id="4" name="Title 3">
            <a:extLst>
              <a:ext uri="{FF2B5EF4-FFF2-40B4-BE49-F238E27FC236}">
                <a16:creationId xmlns:a16="http://schemas.microsoft.com/office/drawing/2014/main" id="{F4AC00D7-B457-45E8-A905-966FD04715A3}"/>
              </a:ext>
            </a:extLst>
          </p:cNvPr>
          <p:cNvSpPr>
            <a:spLocks noGrp="1"/>
          </p:cNvSpPr>
          <p:nvPr>
            <p:ph type="title"/>
          </p:nvPr>
        </p:nvSpPr>
        <p:spPr>
          <a:xfrm>
            <a:off x="659008" y="325235"/>
            <a:ext cx="7408800" cy="817244"/>
          </a:xfrm>
        </p:spPr>
        <p:txBody>
          <a:bodyPr/>
          <a:lstStyle/>
          <a:p>
            <a:r>
              <a:rPr lang="en-US"/>
              <a:t>Click to edit Master title style</a:t>
            </a:r>
            <a:endParaRPr lang="en-GB"/>
          </a:p>
        </p:txBody>
      </p:sp>
      <p:sp>
        <p:nvSpPr>
          <p:cNvPr id="7" name="TextBox 6">
            <a:extLst>
              <a:ext uri="{FF2B5EF4-FFF2-40B4-BE49-F238E27FC236}">
                <a16:creationId xmlns:a16="http://schemas.microsoft.com/office/drawing/2014/main" id="{85210F25-0569-48E4-86BF-27768C680957}"/>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1496741468"/>
      </p:ext>
    </p:extLst>
  </p:cSld>
  <p:clrMapOvr>
    <a:masterClrMapping/>
  </p:clrMapOvr>
  <p:extLst>
    <p:ext uri="{DCECCB84-F9BA-43D5-87BE-67443E8EF086}">
      <p15:sldGuideLst xmlns:p15="http://schemas.microsoft.com/office/powerpoint/2012/main">
        <p15:guide id="1" pos="4308" userDrawn="1">
          <p15:clr>
            <a:srgbClr val="FBAE40"/>
          </p15:clr>
        </p15:guide>
        <p15:guide id="2" pos="459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dex slide picture left">
    <p:bg bwMode="gray">
      <p:bgRef idx="1001">
        <a:schemeClr val="bg1"/>
      </p:bgRef>
    </p:bg>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CEA75376-E7C9-4515-A27A-D366A6F50C18}"/>
              </a:ext>
            </a:extLst>
          </p:cNvPr>
          <p:cNvSpPr>
            <a:spLocks noGrp="1"/>
          </p:cNvSpPr>
          <p:nvPr>
            <p:ph type="ftr" sz="quarter" idx="17"/>
          </p:nvPr>
        </p:nvSpPr>
        <p:spPr>
          <a:xfrm>
            <a:off x="4124163" y="6403940"/>
            <a:ext cx="6735600" cy="187200"/>
          </a:xfrm>
        </p:spPr>
        <p:txBody>
          <a:bodyPr/>
          <a:lstStyle>
            <a:lvl1pPr>
              <a:defRPr/>
            </a:lvl1pPr>
          </a:lstStyle>
          <a:p>
            <a:endParaRPr lang="en-GB" noProof="0"/>
          </a:p>
        </p:txBody>
      </p:sp>
      <p:sp>
        <p:nvSpPr>
          <p:cNvPr id="13" name="Picture Placeholder 12">
            <a:extLst>
              <a:ext uri="{FF2B5EF4-FFF2-40B4-BE49-F238E27FC236}">
                <a16:creationId xmlns:a16="http://schemas.microsoft.com/office/drawing/2014/main" id="{5B790946-B7BA-4B88-836C-B0601F7BF453}"/>
              </a:ext>
            </a:extLst>
          </p:cNvPr>
          <p:cNvSpPr>
            <a:spLocks noGrp="1"/>
          </p:cNvSpPr>
          <p:nvPr>
            <p:ph type="pic" sz="quarter" idx="20"/>
          </p:nvPr>
        </p:nvSpPr>
        <p:spPr bwMode="gray">
          <a:xfrm>
            <a:off x="-1" y="0"/>
            <a:ext cx="3776520" cy="6858000"/>
          </a:xfrm>
          <a:custGeom>
            <a:avLst/>
            <a:gdLst>
              <a:gd name="connsiteX0" fmla="*/ 0 w 3776520"/>
              <a:gd name="connsiteY0" fmla="*/ 0 h 6858000"/>
              <a:gd name="connsiteX1" fmla="*/ 3586029 w 3776520"/>
              <a:gd name="connsiteY1" fmla="*/ 0 h 6858000"/>
              <a:gd name="connsiteX2" fmla="*/ 3586034 w 3776520"/>
              <a:gd name="connsiteY2" fmla="*/ 1 h 6858000"/>
              <a:gd name="connsiteX3" fmla="*/ 3776520 w 3776520"/>
              <a:gd name="connsiteY3" fmla="*/ 1 h 6858000"/>
              <a:gd name="connsiteX4" fmla="*/ 3776520 w 3776520"/>
              <a:gd name="connsiteY4" fmla="*/ 190493 h 6858000"/>
              <a:gd name="connsiteX5" fmla="*/ 3776520 w 3776520"/>
              <a:gd name="connsiteY5" fmla="*/ 914401 h 6858000"/>
              <a:gd name="connsiteX6" fmla="*/ 3776520 w 3776520"/>
              <a:gd name="connsiteY6" fmla="*/ 6667507 h 6858000"/>
              <a:gd name="connsiteX7" fmla="*/ 3586027 w 3776520"/>
              <a:gd name="connsiteY7" fmla="*/ 6858000 h 6858000"/>
              <a:gd name="connsiteX8" fmla="*/ 0 w 377652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6520" h="6858000">
                <a:moveTo>
                  <a:pt x="0" y="0"/>
                </a:moveTo>
                <a:lnTo>
                  <a:pt x="3586029" y="0"/>
                </a:lnTo>
                <a:lnTo>
                  <a:pt x="3586034" y="1"/>
                </a:lnTo>
                <a:lnTo>
                  <a:pt x="3776520" y="1"/>
                </a:lnTo>
                <a:lnTo>
                  <a:pt x="3776520" y="190493"/>
                </a:lnTo>
                <a:lnTo>
                  <a:pt x="3776520" y="914401"/>
                </a:lnTo>
                <a:lnTo>
                  <a:pt x="3776520" y="6667507"/>
                </a:lnTo>
                <a:cubicBezTo>
                  <a:pt x="3776520" y="6772713"/>
                  <a:pt x="3691233" y="6858000"/>
                  <a:pt x="3586027" y="6858000"/>
                </a:cubicBezTo>
                <a:lnTo>
                  <a:pt x="0" y="6858000"/>
                </a:lnTo>
                <a:close/>
              </a:path>
            </a:pathLst>
          </a:custGeom>
          <a:solidFill>
            <a:schemeClr val="accent2">
              <a:lumMod val="20000"/>
              <a:lumOff val="80000"/>
              <a:alpha val="10000"/>
            </a:schemeClr>
          </a:solidFill>
        </p:spPr>
        <p:txBody>
          <a:bodyPr wrap="square" lIns="360000" tIns="360000" rIns="360000" bIns="360000">
            <a:noAutofit/>
          </a:bodyPr>
          <a:lstStyle/>
          <a:p>
            <a:r>
              <a:rPr lang="en-US" noProof="0"/>
              <a:t>Click icon to add picture</a:t>
            </a:r>
            <a:endParaRPr lang="en-GB" noProof="0"/>
          </a:p>
        </p:txBody>
      </p:sp>
      <p:sp>
        <p:nvSpPr>
          <p:cNvPr id="20" name="Text Placeholder 19">
            <a:extLst>
              <a:ext uri="{FF2B5EF4-FFF2-40B4-BE49-F238E27FC236}">
                <a16:creationId xmlns:a16="http://schemas.microsoft.com/office/drawing/2014/main" id="{3B02C1D6-EBC4-42E4-AD3A-B8313C31BD73}"/>
              </a:ext>
            </a:extLst>
          </p:cNvPr>
          <p:cNvSpPr>
            <a:spLocks noGrp="1"/>
          </p:cNvSpPr>
          <p:nvPr>
            <p:ph type="body" sz="quarter" idx="21" hasCustomPrompt="1"/>
          </p:nvPr>
        </p:nvSpPr>
        <p:spPr bwMode="auto">
          <a:xfrm>
            <a:off x="4124163" y="1141198"/>
            <a:ext cx="7408800" cy="5058000"/>
          </a:xfrm>
          <a:custGeom>
            <a:avLst/>
            <a:gdLst>
              <a:gd name="connsiteX0" fmla="*/ 0 w 5617764"/>
              <a:gd name="connsiteY0" fmla="*/ 0 h 5058000"/>
              <a:gd name="connsiteX1" fmla="*/ 5617764 w 5617764"/>
              <a:gd name="connsiteY1" fmla="*/ 0 h 5058000"/>
              <a:gd name="connsiteX2" fmla="*/ 5617764 w 5617764"/>
              <a:gd name="connsiteY2" fmla="*/ 5058000 h 5058000"/>
              <a:gd name="connsiteX3" fmla="*/ 0 w 5617764"/>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5617764" h="5058000">
                <a:moveTo>
                  <a:pt x="0" y="0"/>
                </a:moveTo>
                <a:lnTo>
                  <a:pt x="5617764" y="0"/>
                </a:lnTo>
                <a:lnTo>
                  <a:pt x="5617764"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
        <p:nvSpPr>
          <p:cNvPr id="4" name="Title 3">
            <a:extLst>
              <a:ext uri="{FF2B5EF4-FFF2-40B4-BE49-F238E27FC236}">
                <a16:creationId xmlns:a16="http://schemas.microsoft.com/office/drawing/2014/main" id="{F4AC00D7-B457-45E8-A905-966FD04715A3}"/>
              </a:ext>
            </a:extLst>
          </p:cNvPr>
          <p:cNvSpPr>
            <a:spLocks noGrp="1"/>
          </p:cNvSpPr>
          <p:nvPr>
            <p:ph type="title"/>
          </p:nvPr>
        </p:nvSpPr>
        <p:spPr>
          <a:xfrm>
            <a:off x="4124163" y="325235"/>
            <a:ext cx="7408800" cy="817244"/>
          </a:xfrm>
        </p:spPr>
        <p:txBody>
          <a:bodyPr/>
          <a:lstStyle/>
          <a:p>
            <a:r>
              <a:rPr lang="en-US"/>
              <a:t>Click to edit Master title style</a:t>
            </a:r>
            <a:endParaRPr lang="en-GB"/>
          </a:p>
        </p:txBody>
      </p:sp>
      <p:sp>
        <p:nvSpPr>
          <p:cNvPr id="7" name="TextBox 6">
            <a:extLst>
              <a:ext uri="{FF2B5EF4-FFF2-40B4-BE49-F238E27FC236}">
                <a16:creationId xmlns:a16="http://schemas.microsoft.com/office/drawing/2014/main" id="{4BEB9DAA-E55F-4181-BD9B-980BDFC351B4}"/>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769853172"/>
      </p:ext>
    </p:extLst>
  </p:cSld>
  <p:clrMapOvr>
    <a:masterClrMapping/>
  </p:clrMapOvr>
  <p:extLst>
    <p:ext uri="{DCECCB84-F9BA-43D5-87BE-67443E8EF086}">
      <p15:sldGuideLst xmlns:p15="http://schemas.microsoft.com/office/powerpoint/2012/main">
        <p15:guide id="1" pos="4308">
          <p15:clr>
            <a:srgbClr val="FBAE40"/>
          </p15:clr>
        </p15:guide>
        <p15:guide id="2" pos="459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header oran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2B4DD1A-B332-4795-A59E-FA64AB32DDCC}"/>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sp>
        <p:nvSpPr>
          <p:cNvPr id="3" name="Slide Number Placeholder 2">
            <a:extLst>
              <a:ext uri="{FF2B5EF4-FFF2-40B4-BE49-F238E27FC236}">
                <a16:creationId xmlns:a16="http://schemas.microsoft.com/office/drawing/2014/main" id="{9C93E026-2D04-4A6A-8BE5-A11C6D229280}"/>
              </a:ext>
            </a:extLst>
          </p:cNvPr>
          <p:cNvSpPr>
            <a:spLocks noGrp="1"/>
          </p:cNvSpPr>
          <p:nvPr>
            <p:ph type="sldNum" sz="quarter" idx="11"/>
          </p:nvPr>
        </p:nvSpPr>
        <p:spPr/>
        <p:txBody>
          <a:bodyPr/>
          <a:lstStyle/>
          <a:p>
            <a:fld id="{DDD2A080-DA64-4F5C-9131-47EB793B4410}" type="slidenum">
              <a:rPr lang="en-GB" smtClean="0"/>
              <a:pPr/>
              <a:t>‹#›</a:t>
            </a:fld>
            <a:endParaRPr lang="en-GB" dirty="0"/>
          </a:p>
        </p:txBody>
      </p:sp>
      <p:sp>
        <p:nvSpPr>
          <p:cNvPr id="5" name="Title 1"/>
          <p:cNvSpPr>
            <a:spLocks noGrp="1"/>
          </p:cNvSpPr>
          <p:nvPr userDrawn="1">
            <p:ph type="ctrTitle" hasCustomPrompt="1"/>
          </p:nvPr>
        </p:nvSpPr>
        <p:spPr bwMode="gray">
          <a:xfrm>
            <a:off x="658800" y="2447999"/>
            <a:ext cx="5485801" cy="738000"/>
          </a:xfrm>
          <a:prstGeom prst="roundRect">
            <a:avLst>
              <a:gd name="adj" fmla="val 13861"/>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US" noProof="0"/>
              <a:t>Click to add chapter title</a:t>
            </a:r>
            <a:endParaRPr lang="en-GB" noProof="0" dirty="0"/>
          </a:p>
        </p:txBody>
      </p:sp>
      <p:sp>
        <p:nvSpPr>
          <p:cNvPr id="17" name="Text Placeholder 6">
            <a:extLst>
              <a:ext uri="{FF2B5EF4-FFF2-40B4-BE49-F238E27FC236}">
                <a16:creationId xmlns:a16="http://schemas.microsoft.com/office/drawing/2014/main" id="{BB9E4015-3A4E-46C3-A52A-4243EBED6321}"/>
              </a:ext>
            </a:extLst>
          </p:cNvPr>
          <p:cNvSpPr>
            <a:spLocks noGrp="1"/>
          </p:cNvSpPr>
          <p:nvPr>
            <p:ph type="body" sz="quarter" idx="12" hasCustomPrompt="1"/>
          </p:nvPr>
        </p:nvSpPr>
        <p:spPr bwMode="gray">
          <a:xfrm>
            <a:off x="990000" y="3265686"/>
            <a:ext cx="7814741"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 or remove bar</a:t>
            </a:r>
          </a:p>
        </p:txBody>
      </p:sp>
    </p:spTree>
    <p:extLst>
      <p:ext uri="{BB962C8B-B14F-4D97-AF65-F5344CB8AC3E}">
        <p14:creationId xmlns:p14="http://schemas.microsoft.com/office/powerpoint/2010/main" val="2590487111"/>
      </p:ext>
    </p:extLst>
  </p:cSld>
  <p:clrMapOvr>
    <a:masterClrMapping/>
  </p:clrMapOvr>
  <p:extLst>
    <p:ext uri="{DCECCB84-F9BA-43D5-87BE-67443E8EF086}">
      <p15:sldGuideLst xmlns:p15="http://schemas.microsoft.com/office/powerpoint/2012/main">
        <p15:guide id="1" orient="horz" pos="1491" userDrawn="1">
          <p15:clr>
            <a:srgbClr val="FBAE40"/>
          </p15:clr>
        </p15:guide>
        <p15:guide id="2" orient="horz" pos="1542" userDrawn="1">
          <p15:clr>
            <a:srgbClr val="FBAE40"/>
          </p15:clr>
        </p15:guide>
        <p15:guide id="3" orient="horz" pos="2006" userDrawn="1">
          <p15:clr>
            <a:srgbClr val="FBAE40"/>
          </p15:clr>
        </p15:guide>
        <p15:guide id="4" orient="horz" pos="2057"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header picture">
    <p:spTree>
      <p:nvGrpSpPr>
        <p:cNvPr id="1" name=""/>
        <p:cNvGrpSpPr/>
        <p:nvPr/>
      </p:nvGrpSpPr>
      <p:grpSpPr>
        <a:xfrm>
          <a:off x="0" y="0"/>
          <a:ext cx="0" cy="0"/>
          <a:chOff x="0" y="0"/>
          <a:chExt cx="0" cy="0"/>
        </a:xfrm>
      </p:grpSpPr>
      <p:sp>
        <p:nvSpPr>
          <p:cNvPr id="7" name="Picture Placeholder 42">
            <a:extLst>
              <a:ext uri="{FF2B5EF4-FFF2-40B4-BE49-F238E27FC236}">
                <a16:creationId xmlns:a16="http://schemas.microsoft.com/office/drawing/2014/main" id="{C6F478FA-E472-48C9-BEDB-175C654577D2}"/>
              </a:ext>
            </a:extLst>
          </p:cNvPr>
          <p:cNvSpPr>
            <a:spLocks noGrp="1"/>
          </p:cNvSpPr>
          <p:nvPr>
            <p:ph type="pic" sz="quarter" idx="17"/>
          </p:nvPr>
        </p:nvSpPr>
        <p:spPr bwMode="gray">
          <a:xfrm flipH="1">
            <a:off x="0" y="0"/>
            <a:ext cx="12192000" cy="6858000"/>
          </a:xfrm>
          <a:prstGeom prst="rect">
            <a:avLst/>
          </a:prstGeom>
          <a:solidFill>
            <a:schemeClr val="accent2">
              <a:lumMod val="20000"/>
              <a:lumOff val="80000"/>
              <a:alpha val="10000"/>
            </a:schemeClr>
          </a:solidFill>
        </p:spPr>
        <p:txBody>
          <a:bodyPr wrap="square" lIns="2880000" tIns="36000" rIns="36000" bIns="36000" anchor="ctr" anchorCtr="0">
            <a:noAutofit/>
          </a:bodyPr>
          <a:lstStyle>
            <a:lvl1pPr algn="ctr">
              <a:defRPr sz="1400" b="0"/>
            </a:lvl1pPr>
          </a:lstStyle>
          <a:p>
            <a:r>
              <a:rPr lang="en-US" noProof="0"/>
              <a:t>Click icon to add picture</a:t>
            </a:r>
            <a:endParaRPr lang="en-GB" noProof="0"/>
          </a:p>
        </p:txBody>
      </p:sp>
      <p:sp>
        <p:nvSpPr>
          <p:cNvPr id="6" name="Title Placeholder 1"/>
          <p:cNvSpPr>
            <a:spLocks noGrp="1"/>
          </p:cNvSpPr>
          <p:nvPr>
            <p:ph type="title" hasCustomPrompt="1"/>
          </p:nvPr>
        </p:nvSpPr>
        <p:spPr bwMode="gray">
          <a:xfrm>
            <a:off x="658800" y="2448000"/>
            <a:ext cx="5485801" cy="739574"/>
          </a:xfrm>
          <a:prstGeom prst="roundRect">
            <a:avLst>
              <a:gd name="adj" fmla="val 13738"/>
            </a:avLst>
          </a:prstGeom>
          <a:solidFill>
            <a:srgbClr val="FF6200"/>
          </a:solidFill>
        </p:spPr>
        <p:txBody>
          <a:bodyPr vert="horz" wrap="none" lIns="108000" tIns="108000" rIns="108000" bIns="72000" rtlCol="0" anchor="t" anchorCtr="0">
            <a:spAutoFit/>
          </a:bodyPr>
          <a:lstStyle>
            <a:lvl1pPr>
              <a:lnSpc>
                <a:spcPct val="90000"/>
              </a:lnSpc>
              <a:defRPr sz="3600">
                <a:solidFill>
                  <a:schemeClr val="bg1"/>
                </a:solidFill>
              </a:defRPr>
            </a:lvl1pPr>
          </a:lstStyle>
          <a:p>
            <a:r>
              <a:rPr lang="en-GB" noProof="0" dirty="0"/>
              <a:t>Click to </a:t>
            </a:r>
            <a:r>
              <a:rPr lang="en-GB" noProof="0"/>
              <a:t>add chapter title</a:t>
            </a:r>
            <a:endParaRPr lang="en-GB" noProof="0" dirty="0"/>
          </a:p>
        </p:txBody>
      </p:sp>
      <p:sp>
        <p:nvSpPr>
          <p:cNvPr id="17" name="Text Placeholder 6">
            <a:extLst>
              <a:ext uri="{FF2B5EF4-FFF2-40B4-BE49-F238E27FC236}">
                <a16:creationId xmlns:a16="http://schemas.microsoft.com/office/drawing/2014/main" id="{34E02287-585D-40F3-A1A8-FCA73640D47A}"/>
              </a:ext>
            </a:extLst>
          </p:cNvPr>
          <p:cNvSpPr>
            <a:spLocks noGrp="1"/>
          </p:cNvSpPr>
          <p:nvPr>
            <p:ph type="body" sz="quarter" idx="12" hasCustomPrompt="1"/>
          </p:nvPr>
        </p:nvSpPr>
        <p:spPr bwMode="gray">
          <a:xfrm>
            <a:off x="990000" y="3265686"/>
            <a:ext cx="7814741"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 or remove bar</a:t>
            </a:r>
          </a:p>
        </p:txBody>
      </p:sp>
      <p:sp>
        <p:nvSpPr>
          <p:cNvPr id="9" name="TextBox 8">
            <a:extLst>
              <a:ext uri="{FF2B5EF4-FFF2-40B4-BE49-F238E27FC236}">
                <a16:creationId xmlns:a16="http://schemas.microsoft.com/office/drawing/2014/main" id="{F8F7CF1A-99AC-42EE-A638-B3281CC1E31E}"/>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Tree>
    <p:extLst>
      <p:ext uri="{BB962C8B-B14F-4D97-AF65-F5344CB8AC3E}">
        <p14:creationId xmlns:p14="http://schemas.microsoft.com/office/powerpoint/2010/main" val="3248675170"/>
      </p:ext>
    </p:extLst>
  </p:cSld>
  <p:clrMapOvr>
    <a:masterClrMapping/>
  </p:clrMapOvr>
  <p:extLst>
    <p:ext uri="{DCECCB84-F9BA-43D5-87BE-67443E8EF086}">
      <p15:sldGuideLst xmlns:p15="http://schemas.microsoft.com/office/powerpoint/2012/main">
        <p15:guide id="1" pos="302" userDrawn="1">
          <p15:clr>
            <a:srgbClr val="FBAE40"/>
          </p15:clr>
        </p15:guide>
        <p15:guide id="2" orient="horz" pos="1491" userDrawn="1">
          <p15:clr>
            <a:srgbClr val="FBAE40"/>
          </p15:clr>
        </p15:guide>
        <p15:guide id="3" orient="horz" pos="1542" userDrawn="1">
          <p15:clr>
            <a:srgbClr val="FBAE40"/>
          </p15:clr>
        </p15:guide>
        <p15:guide id="4" orient="horz" pos="2006" userDrawn="1">
          <p15:clr>
            <a:srgbClr val="FBAE40"/>
          </p15:clr>
        </p15:guide>
        <p15:guide id="5" orient="horz" pos="2057"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450" y="1141198"/>
            <a:ext cx="5267158" cy="5058385"/>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7" y="1141198"/>
            <a:ext cx="5265544" cy="5058385"/>
          </a:xfrm>
          <a:prstGeom prst="rect">
            <a:avLst/>
          </a:prstGeom>
        </p:spPr>
        <p:txBody>
          <a:bodyPr vert="horz" lIns="0" tIns="0" rIns="0" bIns="0" rtlCol="0">
            <a:noAutofit/>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A61A2D65-5C14-4E44-B39C-B546862BAB88}"/>
              </a:ext>
            </a:extLst>
          </p:cNvPr>
          <p:cNvSpPr>
            <a:spLocks noGrp="1"/>
          </p:cNvSpPr>
          <p:nvPr>
            <p:ph type="ftr" sz="quarter" idx="12"/>
          </p:nvPr>
        </p:nvSpPr>
        <p:spPr/>
        <p:txBody>
          <a:bodyPr/>
          <a:lstStyle>
            <a:lvl1pPr>
              <a:defRPr/>
            </a:lvl1pPr>
          </a:lstStyle>
          <a:p>
            <a:endParaRPr lang="en-GB" noProof="0"/>
          </a:p>
        </p:txBody>
      </p:sp>
      <p:sp>
        <p:nvSpPr>
          <p:cNvPr id="5" name="Title 4">
            <a:extLst>
              <a:ext uri="{FF2B5EF4-FFF2-40B4-BE49-F238E27FC236}">
                <a16:creationId xmlns:a16="http://schemas.microsoft.com/office/drawing/2014/main" id="{142CD367-C838-4C7E-BE7E-30CDE203A0B2}"/>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6" name="Group 15">
            <a:extLst>
              <a:ext uri="{FF2B5EF4-FFF2-40B4-BE49-F238E27FC236}">
                <a16:creationId xmlns:a16="http://schemas.microsoft.com/office/drawing/2014/main" id="{8B680561-619B-49E5-BA76-BFB7A8AB04D1}"/>
              </a:ext>
            </a:extLst>
          </p:cNvPr>
          <p:cNvGrpSpPr/>
          <p:nvPr userDrawn="1"/>
        </p:nvGrpSpPr>
        <p:grpSpPr>
          <a:xfrm>
            <a:off x="-2368800" y="0"/>
            <a:ext cx="1872000" cy="4379495"/>
            <a:chOff x="-2025698" y="0"/>
            <a:chExt cx="1872000" cy="4379495"/>
          </a:xfrm>
        </p:grpSpPr>
        <p:grpSp>
          <p:nvGrpSpPr>
            <p:cNvPr id="17" name="Group 16">
              <a:extLst>
                <a:ext uri="{FF2B5EF4-FFF2-40B4-BE49-F238E27FC236}">
                  <a16:creationId xmlns:a16="http://schemas.microsoft.com/office/drawing/2014/main" id="{B0AE2EBF-AAAC-4047-8219-154F64030295}"/>
                </a:ext>
              </a:extLst>
            </p:cNvPr>
            <p:cNvGrpSpPr/>
            <p:nvPr userDrawn="1"/>
          </p:nvGrpSpPr>
          <p:grpSpPr>
            <a:xfrm>
              <a:off x="-2025698" y="0"/>
              <a:ext cx="1872000" cy="4379495"/>
              <a:chOff x="-2025698" y="0"/>
              <a:chExt cx="1872000" cy="4379495"/>
            </a:xfrm>
          </p:grpSpPr>
          <p:grpSp>
            <p:nvGrpSpPr>
              <p:cNvPr id="19" name="Group 18">
                <a:extLst>
                  <a:ext uri="{FF2B5EF4-FFF2-40B4-BE49-F238E27FC236}">
                    <a16:creationId xmlns:a16="http://schemas.microsoft.com/office/drawing/2014/main" id="{FD9E6F5F-412C-4A8E-A9A7-3C8DD49686B7}"/>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40A53387-CBD3-45CB-9F0A-F7FFFF846229}"/>
                    </a:ext>
                  </a:extLst>
                </p:cNvPr>
                <p:cNvGrpSpPr/>
                <p:nvPr/>
              </p:nvGrpSpPr>
              <p:grpSpPr>
                <a:xfrm>
                  <a:off x="-2025698" y="0"/>
                  <a:ext cx="1872000" cy="4379495"/>
                  <a:chOff x="-2025698" y="0"/>
                  <a:chExt cx="1872000" cy="4379495"/>
                </a:xfrm>
              </p:grpSpPr>
              <p:sp>
                <p:nvSpPr>
                  <p:cNvPr id="32" name="Rectangle 104">
                    <a:extLst>
                      <a:ext uri="{FF2B5EF4-FFF2-40B4-BE49-F238E27FC236}">
                        <a16:creationId xmlns:a16="http://schemas.microsoft.com/office/drawing/2014/main" id="{2A4C96D1-3B8E-4C9E-8AD2-711BE632AD45}"/>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3" name="Rectangle 113">
                    <a:extLst>
                      <a:ext uri="{FF2B5EF4-FFF2-40B4-BE49-F238E27FC236}">
                        <a16:creationId xmlns:a16="http://schemas.microsoft.com/office/drawing/2014/main" id="{925C447D-F25F-4268-BA3C-03BAF30F9BE8}"/>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2" name="Rectangle 106">
                  <a:extLst>
                    <a:ext uri="{FF2B5EF4-FFF2-40B4-BE49-F238E27FC236}">
                      <a16:creationId xmlns:a16="http://schemas.microsoft.com/office/drawing/2014/main" id="{0DD6CA5F-1745-4172-B6E9-ECE15240EBE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0" name="Picture 19">
                <a:extLst>
                  <a:ext uri="{FF2B5EF4-FFF2-40B4-BE49-F238E27FC236}">
                    <a16:creationId xmlns:a16="http://schemas.microsoft.com/office/drawing/2014/main" id="{CB0F121C-98B2-4CA8-8B7E-11F5449F52B7}"/>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8" name="Rectangle 17">
              <a:extLst>
                <a:ext uri="{FF2B5EF4-FFF2-40B4-BE49-F238E27FC236}">
                  <a16:creationId xmlns:a16="http://schemas.microsoft.com/office/drawing/2014/main" id="{B6E7437E-161D-4C12-80F8-81A292407BED}"/>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978896134"/>
      </p:ext>
    </p:extLst>
  </p:cSld>
  <p:clrMapOvr>
    <a:masterClrMapping/>
  </p:clrMapOvr>
  <p:extLst>
    <p:ext uri="{DCECCB84-F9BA-43D5-87BE-67443E8EF086}">
      <p15:sldGuideLst xmlns:p15="http://schemas.microsoft.com/office/powerpoint/2012/main">
        <p15:guide id="1" pos="3736" userDrawn="1">
          <p15:clr>
            <a:srgbClr val="FBAE40"/>
          </p15:clr>
        </p15:guide>
        <p15:guide id="2" pos="394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 with subtitles">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795636"/>
            <a:ext cx="5266800" cy="4403948"/>
          </a:xfrm>
        </p:spPr>
        <p:txBody>
          <a:bodyPr>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795636"/>
            <a:ext cx="5266800" cy="4403948"/>
          </a:xfrm>
          <a:prstGeom prst="rect">
            <a:avLst/>
          </a:prstGeom>
        </p:spPr>
        <p:txBody>
          <a:bodyPr vert="horz" lIns="0" tIns="0" rIns="0" bIns="0" rtlCol="0">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11" name="Text Placeholder 10"/>
          <p:cNvSpPr>
            <a:spLocks noGrp="1"/>
          </p:cNvSpPr>
          <p:nvPr>
            <p:ph type="body" sz="quarter" idx="12" hasCustomPrompt="1"/>
          </p:nvPr>
        </p:nvSpPr>
        <p:spPr>
          <a:xfrm>
            <a:off x="659008" y="1141199"/>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12" name="Text Placeholder 10"/>
          <p:cNvSpPr>
            <a:spLocks noGrp="1"/>
          </p:cNvSpPr>
          <p:nvPr>
            <p:ph type="body" sz="quarter" idx="13" hasCustomPrompt="1"/>
          </p:nvPr>
        </p:nvSpPr>
        <p:spPr>
          <a:xfrm>
            <a:off x="6267808" y="1141199"/>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6CBDDC94-5B3D-42D0-9E13-4806E2360F38}"/>
              </a:ext>
            </a:extLst>
          </p:cNvPr>
          <p:cNvSpPr>
            <a:spLocks noGrp="1"/>
          </p:cNvSpPr>
          <p:nvPr>
            <p:ph type="ftr" sz="quarter" idx="14"/>
          </p:nvPr>
        </p:nvSpPr>
        <p:spPr/>
        <p:txBody>
          <a:bodyPr/>
          <a:lstStyle>
            <a:lvl1pPr>
              <a:defRPr/>
            </a:lvl1pPr>
          </a:lstStyle>
          <a:p>
            <a:endParaRPr lang="en-GB" noProof="0"/>
          </a:p>
        </p:txBody>
      </p:sp>
      <p:sp>
        <p:nvSpPr>
          <p:cNvPr id="5" name="Title 4">
            <a:extLst>
              <a:ext uri="{FF2B5EF4-FFF2-40B4-BE49-F238E27FC236}">
                <a16:creationId xmlns:a16="http://schemas.microsoft.com/office/drawing/2014/main" id="{DD808BD7-3ABA-46AC-BB36-00B87977556E}"/>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8" name="Group 17">
            <a:extLst>
              <a:ext uri="{FF2B5EF4-FFF2-40B4-BE49-F238E27FC236}">
                <a16:creationId xmlns:a16="http://schemas.microsoft.com/office/drawing/2014/main" id="{17891330-491A-4457-8D90-3ADD7103038E}"/>
              </a:ext>
            </a:extLst>
          </p:cNvPr>
          <p:cNvGrpSpPr/>
          <p:nvPr userDrawn="1"/>
        </p:nvGrpSpPr>
        <p:grpSpPr>
          <a:xfrm>
            <a:off x="-2368598" y="0"/>
            <a:ext cx="1872000" cy="4379495"/>
            <a:chOff x="-2025698" y="0"/>
            <a:chExt cx="1872000" cy="4379495"/>
          </a:xfrm>
        </p:grpSpPr>
        <p:grpSp>
          <p:nvGrpSpPr>
            <p:cNvPr id="19" name="Group 18">
              <a:extLst>
                <a:ext uri="{FF2B5EF4-FFF2-40B4-BE49-F238E27FC236}">
                  <a16:creationId xmlns:a16="http://schemas.microsoft.com/office/drawing/2014/main" id="{C0CBDD1C-B6A8-43FD-9F39-94B65690F9B8}"/>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EA5B9797-59AC-41BB-947A-2B6C5BB7EDB9}"/>
                  </a:ext>
                </a:extLst>
              </p:cNvPr>
              <p:cNvGrpSpPr/>
              <p:nvPr userDrawn="1"/>
            </p:nvGrpSpPr>
            <p:grpSpPr>
              <a:xfrm>
                <a:off x="-2025698" y="0"/>
                <a:ext cx="1872000" cy="4379495"/>
                <a:chOff x="-2025698" y="0"/>
                <a:chExt cx="1872000" cy="4379495"/>
              </a:xfrm>
            </p:grpSpPr>
            <p:grpSp>
              <p:nvGrpSpPr>
                <p:cNvPr id="23" name="Group 22">
                  <a:extLst>
                    <a:ext uri="{FF2B5EF4-FFF2-40B4-BE49-F238E27FC236}">
                      <a16:creationId xmlns:a16="http://schemas.microsoft.com/office/drawing/2014/main" id="{CE0A786B-D00D-4CD5-8D6B-A254CBBF9B60}"/>
                    </a:ext>
                  </a:extLst>
                </p:cNvPr>
                <p:cNvGrpSpPr/>
                <p:nvPr/>
              </p:nvGrpSpPr>
              <p:grpSpPr>
                <a:xfrm>
                  <a:off x="-2025698" y="0"/>
                  <a:ext cx="1872000" cy="4379495"/>
                  <a:chOff x="-2025698" y="0"/>
                  <a:chExt cx="1872000" cy="4379495"/>
                </a:xfrm>
              </p:grpSpPr>
              <p:sp>
                <p:nvSpPr>
                  <p:cNvPr id="34" name="Rectangle 104">
                    <a:extLst>
                      <a:ext uri="{FF2B5EF4-FFF2-40B4-BE49-F238E27FC236}">
                        <a16:creationId xmlns:a16="http://schemas.microsoft.com/office/drawing/2014/main" id="{CD09DEB9-A1C6-43A0-AA88-5CF34725B0F1}"/>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5" name="Rectangle 113">
                    <a:extLst>
                      <a:ext uri="{FF2B5EF4-FFF2-40B4-BE49-F238E27FC236}">
                        <a16:creationId xmlns:a16="http://schemas.microsoft.com/office/drawing/2014/main" id="{454EDDE6-AB53-4C55-9FA5-100895043C16}"/>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4" name="Rectangle 106">
                  <a:extLst>
                    <a:ext uri="{FF2B5EF4-FFF2-40B4-BE49-F238E27FC236}">
                      <a16:creationId xmlns:a16="http://schemas.microsoft.com/office/drawing/2014/main" id="{D2F93721-6368-4D5E-93EB-94A240365DA6}"/>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2" name="Picture 21">
                <a:extLst>
                  <a:ext uri="{FF2B5EF4-FFF2-40B4-BE49-F238E27FC236}">
                    <a16:creationId xmlns:a16="http://schemas.microsoft.com/office/drawing/2014/main" id="{A0912A6C-0CA7-4339-BB58-10E291AB0D51}"/>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0" name="Rectangle 19">
              <a:extLst>
                <a:ext uri="{FF2B5EF4-FFF2-40B4-BE49-F238E27FC236}">
                  <a16:creationId xmlns:a16="http://schemas.microsoft.com/office/drawing/2014/main" id="{242343EA-8D5D-48DF-9ACF-1C5FE40859BB}"/>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1161238992"/>
      </p:ext>
    </p:extLst>
  </p:cSld>
  <p:clrMapOvr>
    <a:masterClrMapping/>
  </p:clrMapOvr>
  <p:extLst>
    <p:ext uri="{DCECCB84-F9BA-43D5-87BE-67443E8EF086}">
      <p15:sldGuideLst xmlns:p15="http://schemas.microsoft.com/office/powerpoint/2012/main">
        <p15:guide id="1" pos="3739" userDrawn="1">
          <p15:clr>
            <a:srgbClr val="FBAE40"/>
          </p15:clr>
        </p15:guide>
        <p15:guide id="2" pos="394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umn with subtitle lef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141197"/>
            <a:ext cx="5266800" cy="5058000"/>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795636"/>
            <a:ext cx="5266800" cy="4403948"/>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1" name="Text Placeholder 10"/>
          <p:cNvSpPr>
            <a:spLocks noGrp="1"/>
          </p:cNvSpPr>
          <p:nvPr>
            <p:ph type="body" sz="quarter" idx="12" hasCustomPrompt="1"/>
          </p:nvPr>
        </p:nvSpPr>
        <p:spPr>
          <a:xfrm>
            <a:off x="659008" y="1141200"/>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3" name="Title 2">
            <a:extLst>
              <a:ext uri="{FF2B5EF4-FFF2-40B4-BE49-F238E27FC236}">
                <a16:creationId xmlns:a16="http://schemas.microsoft.com/office/drawing/2014/main" id="{8D10E2A6-3B9C-4CCB-9AF4-A075C9B65F4D}"/>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5" name="Footer Placeholder 4">
            <a:extLst>
              <a:ext uri="{FF2B5EF4-FFF2-40B4-BE49-F238E27FC236}">
                <a16:creationId xmlns:a16="http://schemas.microsoft.com/office/drawing/2014/main" id="{B9372160-E1EA-47E5-A047-D299891EE8A8}"/>
              </a:ext>
            </a:extLst>
          </p:cNvPr>
          <p:cNvSpPr>
            <a:spLocks noGrp="1"/>
          </p:cNvSpPr>
          <p:nvPr>
            <p:ph type="ftr" sz="quarter" idx="13"/>
          </p:nvPr>
        </p:nvSpPr>
        <p:spPr/>
        <p:txBody>
          <a:bodyPr/>
          <a:lstStyle/>
          <a:p>
            <a:endParaRPr lang="en-GB" noProof="0" dirty="0"/>
          </a:p>
        </p:txBody>
      </p:sp>
      <p:sp>
        <p:nvSpPr>
          <p:cNvPr id="7" name="Slide Number Placeholder 6">
            <a:extLst>
              <a:ext uri="{FF2B5EF4-FFF2-40B4-BE49-F238E27FC236}">
                <a16:creationId xmlns:a16="http://schemas.microsoft.com/office/drawing/2014/main" id="{227B0B82-FB55-4F6A-8F74-C7F6E1DFA628}"/>
              </a:ext>
            </a:extLst>
          </p:cNvPr>
          <p:cNvSpPr>
            <a:spLocks noGrp="1"/>
          </p:cNvSpPr>
          <p:nvPr>
            <p:ph type="sldNum" sz="quarter" idx="14"/>
          </p:nvPr>
        </p:nvSpPr>
        <p:spPr/>
        <p:txBody>
          <a:bodyPr/>
          <a:lstStyle/>
          <a:p>
            <a:fld id="{DDD2A080-DA64-4F5C-9131-47EB793B4410}" type="slidenum">
              <a:rPr lang="en-GB" smtClean="0"/>
              <a:pPr/>
              <a:t>‹#›</a:t>
            </a:fld>
            <a:endParaRPr lang="en-GB" dirty="0"/>
          </a:p>
        </p:txBody>
      </p:sp>
      <p:grpSp>
        <p:nvGrpSpPr>
          <p:cNvPr id="17" name="Group 16">
            <a:extLst>
              <a:ext uri="{FF2B5EF4-FFF2-40B4-BE49-F238E27FC236}">
                <a16:creationId xmlns:a16="http://schemas.microsoft.com/office/drawing/2014/main" id="{FB92A929-A1DA-4E5E-B6EB-D47F365E7B1C}"/>
              </a:ext>
            </a:extLst>
          </p:cNvPr>
          <p:cNvGrpSpPr/>
          <p:nvPr userDrawn="1"/>
        </p:nvGrpSpPr>
        <p:grpSpPr>
          <a:xfrm>
            <a:off x="-2368598" y="0"/>
            <a:ext cx="1872000" cy="4379495"/>
            <a:chOff x="-2025698" y="0"/>
            <a:chExt cx="1872000" cy="4379495"/>
          </a:xfrm>
        </p:grpSpPr>
        <p:grpSp>
          <p:nvGrpSpPr>
            <p:cNvPr id="18" name="Group 17">
              <a:extLst>
                <a:ext uri="{FF2B5EF4-FFF2-40B4-BE49-F238E27FC236}">
                  <a16:creationId xmlns:a16="http://schemas.microsoft.com/office/drawing/2014/main" id="{8683DD30-E16E-4BDF-8CD2-0B73F84294D1}"/>
                </a:ext>
              </a:extLst>
            </p:cNvPr>
            <p:cNvGrpSpPr/>
            <p:nvPr userDrawn="1"/>
          </p:nvGrpSpPr>
          <p:grpSpPr>
            <a:xfrm>
              <a:off x="-2025698" y="0"/>
              <a:ext cx="1872000" cy="4379495"/>
              <a:chOff x="-2025698" y="0"/>
              <a:chExt cx="1872000" cy="4379495"/>
            </a:xfrm>
          </p:grpSpPr>
          <p:grpSp>
            <p:nvGrpSpPr>
              <p:cNvPr id="20" name="Group 19">
                <a:extLst>
                  <a:ext uri="{FF2B5EF4-FFF2-40B4-BE49-F238E27FC236}">
                    <a16:creationId xmlns:a16="http://schemas.microsoft.com/office/drawing/2014/main" id="{66AB43A1-9FF4-4D46-8761-35BB5BD0108B}"/>
                  </a:ext>
                </a:extLst>
              </p:cNvPr>
              <p:cNvGrpSpPr/>
              <p:nvPr userDrawn="1"/>
            </p:nvGrpSpPr>
            <p:grpSpPr>
              <a:xfrm>
                <a:off x="-2025698" y="0"/>
                <a:ext cx="1872000" cy="4379495"/>
                <a:chOff x="-2025698" y="0"/>
                <a:chExt cx="1872000" cy="4379495"/>
              </a:xfrm>
            </p:grpSpPr>
            <p:grpSp>
              <p:nvGrpSpPr>
                <p:cNvPr id="22" name="Group 21">
                  <a:extLst>
                    <a:ext uri="{FF2B5EF4-FFF2-40B4-BE49-F238E27FC236}">
                      <a16:creationId xmlns:a16="http://schemas.microsoft.com/office/drawing/2014/main" id="{713A1FFD-F3FE-492E-B509-84FE86BB6FAD}"/>
                    </a:ext>
                  </a:extLst>
                </p:cNvPr>
                <p:cNvGrpSpPr/>
                <p:nvPr/>
              </p:nvGrpSpPr>
              <p:grpSpPr>
                <a:xfrm>
                  <a:off x="-2025698" y="0"/>
                  <a:ext cx="1872000" cy="4379495"/>
                  <a:chOff x="-2025698" y="0"/>
                  <a:chExt cx="1872000" cy="4379495"/>
                </a:xfrm>
              </p:grpSpPr>
              <p:sp>
                <p:nvSpPr>
                  <p:cNvPr id="33" name="Rectangle 104">
                    <a:extLst>
                      <a:ext uri="{FF2B5EF4-FFF2-40B4-BE49-F238E27FC236}">
                        <a16:creationId xmlns:a16="http://schemas.microsoft.com/office/drawing/2014/main" id="{62B21EBD-2E7F-4B3B-8040-E6D45F657C4F}"/>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4" name="Rectangle 113">
                    <a:extLst>
                      <a:ext uri="{FF2B5EF4-FFF2-40B4-BE49-F238E27FC236}">
                        <a16:creationId xmlns:a16="http://schemas.microsoft.com/office/drawing/2014/main" id="{DDF75901-C9E5-48BE-A943-AE18C3D5AB26}"/>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3" name="Rectangle 106">
                  <a:extLst>
                    <a:ext uri="{FF2B5EF4-FFF2-40B4-BE49-F238E27FC236}">
                      <a16:creationId xmlns:a16="http://schemas.microsoft.com/office/drawing/2014/main" id="{7BCF099C-1F9B-4D46-9B7C-79AD24D63D7D}"/>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1" name="Picture 20">
                <a:extLst>
                  <a:ext uri="{FF2B5EF4-FFF2-40B4-BE49-F238E27FC236}">
                    <a16:creationId xmlns:a16="http://schemas.microsoft.com/office/drawing/2014/main" id="{B68FBB24-F345-494F-947A-BA22547F8F12}"/>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9" name="Rectangle 18">
              <a:extLst>
                <a:ext uri="{FF2B5EF4-FFF2-40B4-BE49-F238E27FC236}">
                  <a16:creationId xmlns:a16="http://schemas.microsoft.com/office/drawing/2014/main" id="{E162D96A-CF7F-4B41-9D6C-EF67222919EF}"/>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1903425831"/>
      </p:ext>
    </p:extLst>
  </p:cSld>
  <p:clrMapOvr>
    <a:masterClrMapping/>
  </p:clrMapOvr>
  <p:extLst>
    <p:ext uri="{DCECCB84-F9BA-43D5-87BE-67443E8EF086}">
      <p15:sldGuideLst xmlns:p15="http://schemas.microsoft.com/office/powerpoint/2012/main">
        <p15:guide id="1" pos="3739" userDrawn="1">
          <p15:clr>
            <a:srgbClr val="FBAE40"/>
          </p15:clr>
        </p15:guide>
        <p15:guide id="2" pos="394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column with subtitle righ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795636"/>
            <a:ext cx="5266800" cy="4403948"/>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141197"/>
            <a:ext cx="5266800" cy="5058000"/>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12" name="Text Placeholder 10"/>
          <p:cNvSpPr>
            <a:spLocks noGrp="1"/>
          </p:cNvSpPr>
          <p:nvPr>
            <p:ph type="body" sz="quarter" idx="13" hasCustomPrompt="1"/>
          </p:nvPr>
        </p:nvSpPr>
        <p:spPr>
          <a:xfrm>
            <a:off x="6267808" y="1141200"/>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6354F0FD-4827-40E7-BA87-8FF76878B97F}"/>
              </a:ext>
            </a:extLst>
          </p:cNvPr>
          <p:cNvSpPr>
            <a:spLocks noGrp="1"/>
          </p:cNvSpPr>
          <p:nvPr>
            <p:ph type="ftr" sz="quarter" idx="14"/>
          </p:nvPr>
        </p:nvSpPr>
        <p:spPr/>
        <p:txBody>
          <a:bodyPr/>
          <a:lstStyle>
            <a:lvl1pPr>
              <a:defRPr/>
            </a:lvl1pPr>
          </a:lstStyle>
          <a:p>
            <a:endParaRPr lang="en-GB" dirty="0"/>
          </a:p>
        </p:txBody>
      </p:sp>
      <p:sp>
        <p:nvSpPr>
          <p:cNvPr id="3" name="Title 2">
            <a:extLst>
              <a:ext uri="{FF2B5EF4-FFF2-40B4-BE49-F238E27FC236}">
                <a16:creationId xmlns:a16="http://schemas.microsoft.com/office/drawing/2014/main" id="{94D0CD75-F01F-45DE-B90E-313E96F7CA37}"/>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7" name="Group 16">
            <a:extLst>
              <a:ext uri="{FF2B5EF4-FFF2-40B4-BE49-F238E27FC236}">
                <a16:creationId xmlns:a16="http://schemas.microsoft.com/office/drawing/2014/main" id="{31AC473C-A6C1-441E-9BFA-27C2B3ADCBF8}"/>
              </a:ext>
            </a:extLst>
          </p:cNvPr>
          <p:cNvGrpSpPr/>
          <p:nvPr userDrawn="1"/>
        </p:nvGrpSpPr>
        <p:grpSpPr>
          <a:xfrm>
            <a:off x="-2368598" y="0"/>
            <a:ext cx="1872000" cy="4379495"/>
            <a:chOff x="-2025698" y="0"/>
            <a:chExt cx="1872000" cy="4379495"/>
          </a:xfrm>
        </p:grpSpPr>
        <p:grpSp>
          <p:nvGrpSpPr>
            <p:cNvPr id="18" name="Group 17">
              <a:extLst>
                <a:ext uri="{FF2B5EF4-FFF2-40B4-BE49-F238E27FC236}">
                  <a16:creationId xmlns:a16="http://schemas.microsoft.com/office/drawing/2014/main" id="{066E69C8-EF33-465D-8A26-29969D28E49F}"/>
                </a:ext>
              </a:extLst>
            </p:cNvPr>
            <p:cNvGrpSpPr/>
            <p:nvPr userDrawn="1"/>
          </p:nvGrpSpPr>
          <p:grpSpPr>
            <a:xfrm>
              <a:off x="-2025698" y="0"/>
              <a:ext cx="1872000" cy="4379495"/>
              <a:chOff x="-2025698" y="0"/>
              <a:chExt cx="1872000" cy="4379495"/>
            </a:xfrm>
          </p:grpSpPr>
          <p:grpSp>
            <p:nvGrpSpPr>
              <p:cNvPr id="20" name="Group 19">
                <a:extLst>
                  <a:ext uri="{FF2B5EF4-FFF2-40B4-BE49-F238E27FC236}">
                    <a16:creationId xmlns:a16="http://schemas.microsoft.com/office/drawing/2014/main" id="{41B916F9-78F4-4A8B-BC63-C55C3684B862}"/>
                  </a:ext>
                </a:extLst>
              </p:cNvPr>
              <p:cNvGrpSpPr/>
              <p:nvPr userDrawn="1"/>
            </p:nvGrpSpPr>
            <p:grpSpPr>
              <a:xfrm>
                <a:off x="-2025698" y="0"/>
                <a:ext cx="1872000" cy="4379495"/>
                <a:chOff x="-2025698" y="0"/>
                <a:chExt cx="1872000" cy="4379495"/>
              </a:xfrm>
            </p:grpSpPr>
            <p:grpSp>
              <p:nvGrpSpPr>
                <p:cNvPr id="22" name="Group 21">
                  <a:extLst>
                    <a:ext uri="{FF2B5EF4-FFF2-40B4-BE49-F238E27FC236}">
                      <a16:creationId xmlns:a16="http://schemas.microsoft.com/office/drawing/2014/main" id="{F5CC4694-699A-4A4E-B361-DB9E9225CD6F}"/>
                    </a:ext>
                  </a:extLst>
                </p:cNvPr>
                <p:cNvGrpSpPr/>
                <p:nvPr/>
              </p:nvGrpSpPr>
              <p:grpSpPr>
                <a:xfrm>
                  <a:off x="-2025698" y="0"/>
                  <a:ext cx="1872000" cy="4379495"/>
                  <a:chOff x="-2025698" y="0"/>
                  <a:chExt cx="1872000" cy="4379495"/>
                </a:xfrm>
              </p:grpSpPr>
              <p:sp>
                <p:nvSpPr>
                  <p:cNvPr id="33" name="Rectangle 104">
                    <a:extLst>
                      <a:ext uri="{FF2B5EF4-FFF2-40B4-BE49-F238E27FC236}">
                        <a16:creationId xmlns:a16="http://schemas.microsoft.com/office/drawing/2014/main" id="{05416BCD-A5D4-4FEE-A730-BBF13346166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4" name="Rectangle 113">
                    <a:extLst>
                      <a:ext uri="{FF2B5EF4-FFF2-40B4-BE49-F238E27FC236}">
                        <a16:creationId xmlns:a16="http://schemas.microsoft.com/office/drawing/2014/main" id="{80E16C94-B39B-4551-B204-2E9EC7127715}"/>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3" name="Rectangle 106">
                  <a:extLst>
                    <a:ext uri="{FF2B5EF4-FFF2-40B4-BE49-F238E27FC236}">
                      <a16:creationId xmlns:a16="http://schemas.microsoft.com/office/drawing/2014/main" id="{EFF825D0-FAD8-46C9-AB5B-437B5F363014}"/>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1" name="Picture 20">
                <a:extLst>
                  <a:ext uri="{FF2B5EF4-FFF2-40B4-BE49-F238E27FC236}">
                    <a16:creationId xmlns:a16="http://schemas.microsoft.com/office/drawing/2014/main" id="{7EAA0503-B5E7-46D7-A51B-A6AF36893BAB}"/>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9" name="Rectangle 18">
              <a:extLst>
                <a:ext uri="{FF2B5EF4-FFF2-40B4-BE49-F238E27FC236}">
                  <a16:creationId xmlns:a16="http://schemas.microsoft.com/office/drawing/2014/main" id="{490203CF-ED78-4305-8ED7-105B7E9D8906}"/>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1268493802"/>
      </p:ext>
    </p:extLst>
  </p:cSld>
  <p:clrMapOvr>
    <a:masterClrMapping/>
  </p:clrMapOvr>
  <p:extLst>
    <p:ext uri="{DCECCB84-F9BA-43D5-87BE-67443E8EF086}">
      <p15:sldGuideLst xmlns:p15="http://schemas.microsoft.com/office/powerpoint/2012/main">
        <p15:guide id="1" pos="3739" userDrawn="1">
          <p15:clr>
            <a:srgbClr val="FBAE40"/>
          </p15:clr>
        </p15:guide>
        <p15:guide id="2" pos="3941"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split">
    <p:bg bwMode="gray">
      <p:bgRef idx="1001">
        <a:schemeClr val="bg1"/>
      </p:bgRef>
    </p:bg>
    <p:spTree>
      <p:nvGrpSpPr>
        <p:cNvPr id="1" name=""/>
        <p:cNvGrpSpPr/>
        <p:nvPr/>
      </p:nvGrpSpPr>
      <p:grpSpPr>
        <a:xfrm>
          <a:off x="0" y="0"/>
          <a:ext cx="0" cy="0"/>
          <a:chOff x="0" y="0"/>
          <a:chExt cx="0" cy="0"/>
        </a:xfrm>
      </p:grpSpPr>
      <p:sp>
        <p:nvSpPr>
          <p:cNvPr id="12" name="Slide Number Placeholder 11"/>
          <p:cNvSpPr>
            <a:spLocks noGrp="1"/>
          </p:cNvSpPr>
          <p:nvPr>
            <p:ph type="sldNum" sz="quarter" idx="27"/>
          </p:nvPr>
        </p:nvSpPr>
        <p:spPr/>
        <p:txBody>
          <a:bodyPr/>
          <a:lstStyle/>
          <a:p>
            <a:fld id="{DDD2A080-DA64-4F5C-9131-47EB793B4410}" type="slidenum">
              <a:rPr lang="en-GB" noProof="0" smtClean="0"/>
              <a:pPr/>
              <a:t>‹#›</a:t>
            </a:fld>
            <a:endParaRPr lang="en-GB" noProof="0" dirty="0"/>
          </a:p>
        </p:txBody>
      </p:sp>
      <p:sp>
        <p:nvSpPr>
          <p:cNvPr id="23" name="Content Placeholder 3"/>
          <p:cNvSpPr>
            <a:spLocks noGrp="1"/>
          </p:cNvSpPr>
          <p:nvPr>
            <p:ph sz="half" idx="2" hasCustomPrompt="1"/>
          </p:nvPr>
        </p:nvSpPr>
        <p:spPr bwMode="gray">
          <a:xfrm>
            <a:off x="6267808" y="1141986"/>
            <a:ext cx="5266800" cy="2397600"/>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4" name="Text Placeholder 2"/>
          <p:cNvSpPr>
            <a:spLocks noGrp="1"/>
          </p:cNvSpPr>
          <p:nvPr>
            <p:ph idx="28" hasCustomPrompt="1"/>
          </p:nvPr>
        </p:nvSpPr>
        <p:spPr bwMode="gray">
          <a:xfrm>
            <a:off x="659008" y="1141986"/>
            <a:ext cx="5266800" cy="2397600"/>
          </a:xfrm>
          <a:prstGeom prst="rect">
            <a:avLst/>
          </a:prstGeom>
        </p:spPr>
        <p:txBody>
          <a:bodyPr vert="horz" lIns="0" tIns="0" rIns="0" bIns="0" rtlCol="0">
            <a:noAutofit/>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5" name="Content Placeholder 3"/>
          <p:cNvSpPr>
            <a:spLocks noGrp="1"/>
          </p:cNvSpPr>
          <p:nvPr>
            <p:ph sz="half" idx="29" hasCustomPrompt="1"/>
          </p:nvPr>
        </p:nvSpPr>
        <p:spPr bwMode="gray">
          <a:xfrm>
            <a:off x="6267808" y="3802197"/>
            <a:ext cx="5266800" cy="2397789"/>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6" name="Text Placeholder 2"/>
          <p:cNvSpPr>
            <a:spLocks noGrp="1"/>
          </p:cNvSpPr>
          <p:nvPr>
            <p:ph idx="30" hasCustomPrompt="1"/>
          </p:nvPr>
        </p:nvSpPr>
        <p:spPr bwMode="gray">
          <a:xfrm>
            <a:off x="659008" y="3802197"/>
            <a:ext cx="5266800" cy="2397789"/>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Footer Placeholder 1">
            <a:extLst>
              <a:ext uri="{FF2B5EF4-FFF2-40B4-BE49-F238E27FC236}">
                <a16:creationId xmlns:a16="http://schemas.microsoft.com/office/drawing/2014/main" id="{4EDD62BA-FC45-408F-BEDB-6A95B524438F}"/>
              </a:ext>
            </a:extLst>
          </p:cNvPr>
          <p:cNvSpPr>
            <a:spLocks noGrp="1"/>
          </p:cNvSpPr>
          <p:nvPr>
            <p:ph type="ftr" sz="quarter" idx="31"/>
          </p:nvPr>
        </p:nvSpPr>
        <p:spPr/>
        <p:txBody>
          <a:bodyPr/>
          <a:lstStyle>
            <a:lvl1pPr>
              <a:defRPr/>
            </a:lvl1pPr>
          </a:lstStyle>
          <a:p>
            <a:endParaRPr lang="en-GB" noProof="0" dirty="0"/>
          </a:p>
        </p:txBody>
      </p:sp>
      <p:sp>
        <p:nvSpPr>
          <p:cNvPr id="5" name="Title 4">
            <a:extLst>
              <a:ext uri="{FF2B5EF4-FFF2-40B4-BE49-F238E27FC236}">
                <a16:creationId xmlns:a16="http://schemas.microsoft.com/office/drawing/2014/main" id="{C5165C57-A39C-4702-9224-E9AB0A554CC4}"/>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8" name="Group 17">
            <a:extLst>
              <a:ext uri="{FF2B5EF4-FFF2-40B4-BE49-F238E27FC236}">
                <a16:creationId xmlns:a16="http://schemas.microsoft.com/office/drawing/2014/main" id="{D81180ED-7705-41B1-A517-5D9E1F2ABC2E}"/>
              </a:ext>
            </a:extLst>
          </p:cNvPr>
          <p:cNvGrpSpPr/>
          <p:nvPr userDrawn="1"/>
        </p:nvGrpSpPr>
        <p:grpSpPr>
          <a:xfrm>
            <a:off x="-2368598" y="0"/>
            <a:ext cx="1872000" cy="4379495"/>
            <a:chOff x="-2025698" y="0"/>
            <a:chExt cx="1872000" cy="4379495"/>
          </a:xfrm>
        </p:grpSpPr>
        <p:grpSp>
          <p:nvGrpSpPr>
            <p:cNvPr id="19" name="Group 18">
              <a:extLst>
                <a:ext uri="{FF2B5EF4-FFF2-40B4-BE49-F238E27FC236}">
                  <a16:creationId xmlns:a16="http://schemas.microsoft.com/office/drawing/2014/main" id="{FA5FD254-8911-4CEB-9003-1252ED1C49EB}"/>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E344E630-11BB-42F6-949D-9F1A7294849B}"/>
                  </a:ext>
                </a:extLst>
              </p:cNvPr>
              <p:cNvGrpSpPr/>
              <p:nvPr userDrawn="1"/>
            </p:nvGrpSpPr>
            <p:grpSpPr>
              <a:xfrm>
                <a:off x="-2025698" y="0"/>
                <a:ext cx="1872000" cy="4379495"/>
                <a:chOff x="-2025698" y="0"/>
                <a:chExt cx="1872000" cy="4379495"/>
              </a:xfrm>
            </p:grpSpPr>
            <p:grpSp>
              <p:nvGrpSpPr>
                <p:cNvPr id="27" name="Group 26">
                  <a:extLst>
                    <a:ext uri="{FF2B5EF4-FFF2-40B4-BE49-F238E27FC236}">
                      <a16:creationId xmlns:a16="http://schemas.microsoft.com/office/drawing/2014/main" id="{68B8A680-F835-4D93-AC44-54894E1B405C}"/>
                    </a:ext>
                  </a:extLst>
                </p:cNvPr>
                <p:cNvGrpSpPr/>
                <p:nvPr/>
              </p:nvGrpSpPr>
              <p:grpSpPr>
                <a:xfrm>
                  <a:off x="-2025698" y="0"/>
                  <a:ext cx="1872000" cy="4379495"/>
                  <a:chOff x="-2025698" y="0"/>
                  <a:chExt cx="1872000" cy="4379495"/>
                </a:xfrm>
              </p:grpSpPr>
              <p:sp>
                <p:nvSpPr>
                  <p:cNvPr id="38" name="Rectangle 104">
                    <a:extLst>
                      <a:ext uri="{FF2B5EF4-FFF2-40B4-BE49-F238E27FC236}">
                        <a16:creationId xmlns:a16="http://schemas.microsoft.com/office/drawing/2014/main" id="{FE9A71FF-815E-4804-9920-7572BA81415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9" name="Rectangle 113">
                    <a:extLst>
                      <a:ext uri="{FF2B5EF4-FFF2-40B4-BE49-F238E27FC236}">
                        <a16:creationId xmlns:a16="http://schemas.microsoft.com/office/drawing/2014/main" id="{CA8D94AF-AD7E-4619-AD5C-859FC5413F57}"/>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8" name="Rectangle 106">
                  <a:extLst>
                    <a:ext uri="{FF2B5EF4-FFF2-40B4-BE49-F238E27FC236}">
                      <a16:creationId xmlns:a16="http://schemas.microsoft.com/office/drawing/2014/main" id="{B2229489-4F13-4E1A-A058-D1FC4B564928}"/>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2" name="Picture 21">
                <a:extLst>
                  <a:ext uri="{FF2B5EF4-FFF2-40B4-BE49-F238E27FC236}">
                    <a16:creationId xmlns:a16="http://schemas.microsoft.com/office/drawing/2014/main" id="{CAAE9F0D-1CCF-480F-A4F7-1FD0463919C9}"/>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0" name="Rectangle 19">
              <a:extLst>
                <a:ext uri="{FF2B5EF4-FFF2-40B4-BE49-F238E27FC236}">
                  <a16:creationId xmlns:a16="http://schemas.microsoft.com/office/drawing/2014/main" id="{0B03B54B-F436-43A4-876F-E6CC07584BF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4208732469"/>
      </p:ext>
    </p:extLst>
  </p:cSld>
  <p:clrMapOvr>
    <a:masterClrMapping/>
  </p:clrMapOvr>
  <p:extLst>
    <p:ext uri="{DCECCB84-F9BA-43D5-87BE-67443E8EF086}">
      <p15:sldGuideLst xmlns:p15="http://schemas.microsoft.com/office/powerpoint/2012/main">
        <p15:guide id="1" pos="3739" userDrawn="1">
          <p15:clr>
            <a:srgbClr val="FBAE40"/>
          </p15:clr>
        </p15:guide>
        <p15:guide id="0" pos="3941" userDrawn="1">
          <p15:clr>
            <a:srgbClr val="FBAE40"/>
          </p15:clr>
        </p15:guide>
        <p15:guide id="2" orient="horz" pos="2240" userDrawn="1">
          <p15:clr>
            <a:srgbClr val="FBAE40"/>
          </p15:clr>
        </p15:guide>
        <p15:guide id="3" orient="horz" pos="239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 spli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141986"/>
            <a:ext cx="3401817"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Content Placeholder 2"/>
          <p:cNvSpPr>
            <a:spLocks noGrp="1"/>
          </p:cNvSpPr>
          <p:nvPr>
            <p:ph idx="13" hasCustomPrompt="1"/>
          </p:nvPr>
        </p:nvSpPr>
        <p:spPr bwMode="gray">
          <a:xfrm>
            <a:off x="4395716" y="1141986"/>
            <a:ext cx="3402000"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Content Placeholder 2"/>
          <p:cNvSpPr>
            <a:spLocks noGrp="1"/>
          </p:cNvSpPr>
          <p:nvPr>
            <p:ph idx="14" hasCustomPrompt="1"/>
          </p:nvPr>
        </p:nvSpPr>
        <p:spPr bwMode="gray">
          <a:xfrm>
            <a:off x="8132608" y="1141986"/>
            <a:ext cx="3402000"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Slide Number Placeholder 8"/>
          <p:cNvSpPr>
            <a:spLocks noGrp="1"/>
          </p:cNvSpPr>
          <p:nvPr>
            <p:ph type="sldNum" sz="quarter" idx="19"/>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8FFC834C-A34C-444A-96B2-193DA5760128}"/>
              </a:ext>
            </a:extLst>
          </p:cNvPr>
          <p:cNvSpPr>
            <a:spLocks noGrp="1"/>
          </p:cNvSpPr>
          <p:nvPr>
            <p:ph type="ftr" sz="quarter" idx="20"/>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C4EBA273-56DA-4043-8B43-48A7F2D5882A}"/>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20" name="Text Placeholder 19">
            <a:extLst>
              <a:ext uri="{FF2B5EF4-FFF2-40B4-BE49-F238E27FC236}">
                <a16:creationId xmlns:a16="http://schemas.microsoft.com/office/drawing/2014/main" id="{21A61B2F-042C-45F8-A0F3-A805A4CC3426}"/>
              </a:ext>
            </a:extLst>
          </p:cNvPr>
          <p:cNvSpPr>
            <a:spLocks noGrp="1"/>
          </p:cNvSpPr>
          <p:nvPr>
            <p:ph type="body" sz="quarter" idx="25" hasCustomPrompt="1"/>
          </p:nvPr>
        </p:nvSpPr>
        <p:spPr bwMode="auto">
          <a:xfrm>
            <a:off x="8132608" y="3802386"/>
            <a:ext cx="3402000"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18" name="Text Placeholder 17">
            <a:extLst>
              <a:ext uri="{FF2B5EF4-FFF2-40B4-BE49-F238E27FC236}">
                <a16:creationId xmlns:a16="http://schemas.microsoft.com/office/drawing/2014/main" id="{303AD663-BDF9-41B1-932D-882CB2D05686}"/>
              </a:ext>
            </a:extLst>
          </p:cNvPr>
          <p:cNvSpPr>
            <a:spLocks noGrp="1"/>
          </p:cNvSpPr>
          <p:nvPr>
            <p:ph type="body" sz="quarter" idx="26" hasCustomPrompt="1"/>
          </p:nvPr>
        </p:nvSpPr>
        <p:spPr bwMode="auto">
          <a:xfrm>
            <a:off x="4395716" y="3802386"/>
            <a:ext cx="3402000"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17" name="Text Placeholder 16">
            <a:extLst>
              <a:ext uri="{FF2B5EF4-FFF2-40B4-BE49-F238E27FC236}">
                <a16:creationId xmlns:a16="http://schemas.microsoft.com/office/drawing/2014/main" id="{5C8C9853-D80D-461C-A5C1-7A244490EF01}"/>
              </a:ext>
            </a:extLst>
          </p:cNvPr>
          <p:cNvSpPr>
            <a:spLocks noGrp="1"/>
          </p:cNvSpPr>
          <p:nvPr>
            <p:ph type="body" sz="quarter" idx="27" hasCustomPrompt="1"/>
          </p:nvPr>
        </p:nvSpPr>
        <p:spPr bwMode="auto">
          <a:xfrm>
            <a:off x="659008" y="3802386"/>
            <a:ext cx="3401817"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grpSp>
        <p:nvGrpSpPr>
          <p:cNvPr id="39" name="Group 38">
            <a:extLst>
              <a:ext uri="{FF2B5EF4-FFF2-40B4-BE49-F238E27FC236}">
                <a16:creationId xmlns:a16="http://schemas.microsoft.com/office/drawing/2014/main" id="{9AF6D44A-0294-48EC-8B01-EA74305500DC}"/>
              </a:ext>
            </a:extLst>
          </p:cNvPr>
          <p:cNvGrpSpPr/>
          <p:nvPr userDrawn="1"/>
        </p:nvGrpSpPr>
        <p:grpSpPr>
          <a:xfrm>
            <a:off x="-2368598" y="0"/>
            <a:ext cx="1872000" cy="4379495"/>
            <a:chOff x="-2025698" y="0"/>
            <a:chExt cx="1872000" cy="4379495"/>
          </a:xfrm>
        </p:grpSpPr>
        <p:grpSp>
          <p:nvGrpSpPr>
            <p:cNvPr id="40" name="Group 39">
              <a:extLst>
                <a:ext uri="{FF2B5EF4-FFF2-40B4-BE49-F238E27FC236}">
                  <a16:creationId xmlns:a16="http://schemas.microsoft.com/office/drawing/2014/main" id="{64C5CFFD-F0C8-4A93-B89E-FB68A48F3825}"/>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E57FA918-40CA-44E1-B636-4EFDEF52933A}"/>
                  </a:ext>
                </a:extLst>
              </p:cNvPr>
              <p:cNvGrpSpPr/>
              <p:nvPr userDrawn="1"/>
            </p:nvGrpSpPr>
            <p:grpSpPr>
              <a:xfrm>
                <a:off x="-2025698" y="0"/>
                <a:ext cx="1872000" cy="4379495"/>
                <a:chOff x="-2025698" y="0"/>
                <a:chExt cx="1872000" cy="4379495"/>
              </a:xfrm>
            </p:grpSpPr>
            <p:grpSp>
              <p:nvGrpSpPr>
                <p:cNvPr id="44" name="Group 43">
                  <a:extLst>
                    <a:ext uri="{FF2B5EF4-FFF2-40B4-BE49-F238E27FC236}">
                      <a16:creationId xmlns:a16="http://schemas.microsoft.com/office/drawing/2014/main" id="{AE03D839-457C-4C20-BBFC-54D7BA6EDA83}"/>
                    </a:ext>
                  </a:extLst>
                </p:cNvPr>
                <p:cNvGrpSpPr/>
                <p:nvPr/>
              </p:nvGrpSpPr>
              <p:grpSpPr>
                <a:xfrm>
                  <a:off x="-2025698" y="0"/>
                  <a:ext cx="1872000" cy="4379495"/>
                  <a:chOff x="-2025698" y="0"/>
                  <a:chExt cx="1872000" cy="4379495"/>
                </a:xfrm>
              </p:grpSpPr>
              <p:sp>
                <p:nvSpPr>
                  <p:cNvPr id="46" name="Rectangle 104">
                    <a:extLst>
                      <a:ext uri="{FF2B5EF4-FFF2-40B4-BE49-F238E27FC236}">
                        <a16:creationId xmlns:a16="http://schemas.microsoft.com/office/drawing/2014/main" id="{E3F01C10-0FD6-49DE-9290-CC484C79E93A}"/>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7" name="Rectangle 113">
                    <a:extLst>
                      <a:ext uri="{FF2B5EF4-FFF2-40B4-BE49-F238E27FC236}">
                        <a16:creationId xmlns:a16="http://schemas.microsoft.com/office/drawing/2014/main" id="{55FF9082-9A8A-45AD-AA5A-65C6622A4B25}"/>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5" name="Rectangle 106">
                  <a:extLst>
                    <a:ext uri="{FF2B5EF4-FFF2-40B4-BE49-F238E27FC236}">
                      <a16:creationId xmlns:a16="http://schemas.microsoft.com/office/drawing/2014/main" id="{E9D5ED91-05AF-4DEC-929C-8DE1EF08461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43" name="Picture 42">
                <a:extLst>
                  <a:ext uri="{FF2B5EF4-FFF2-40B4-BE49-F238E27FC236}">
                    <a16:creationId xmlns:a16="http://schemas.microsoft.com/office/drawing/2014/main" id="{28AADD23-D330-4589-8B81-8B8CEAA82A60}"/>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41" name="Rectangle 40">
              <a:extLst>
                <a:ext uri="{FF2B5EF4-FFF2-40B4-BE49-F238E27FC236}">
                  <a16:creationId xmlns:a16="http://schemas.microsoft.com/office/drawing/2014/main" id="{A9FFDADA-1ECF-47A4-AB70-A5A3A174B857}"/>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206252193"/>
      </p:ext>
    </p:extLst>
  </p:cSld>
  <p:clrMapOvr>
    <a:masterClrMapping/>
  </p:clrMapOvr>
  <p:extLst>
    <p:ext uri="{DCECCB84-F9BA-43D5-87BE-67443E8EF086}">
      <p15:sldGuideLst xmlns:p15="http://schemas.microsoft.com/office/powerpoint/2012/main">
        <p15:guide id="1" pos="2558" userDrawn="1">
          <p15:clr>
            <a:srgbClr val="FBAE40"/>
          </p15:clr>
        </p15:guide>
        <p15:guide id="2" pos="2770" userDrawn="1">
          <p15:clr>
            <a:srgbClr val="FBAE40"/>
          </p15:clr>
        </p15:guide>
        <p15:guide id="3" pos="4910" userDrawn="1">
          <p15:clr>
            <a:srgbClr val="FBAE40"/>
          </p15:clr>
        </p15:guide>
        <p15:guide id="4" pos="5122" userDrawn="1">
          <p15:clr>
            <a:srgbClr val="FBAE40"/>
          </p15:clr>
        </p15:guide>
        <p15:guide id="5" orient="horz" pos="2240" userDrawn="1">
          <p15:clr>
            <a:srgbClr val="FBAE40"/>
          </p15:clr>
        </p15:guide>
        <p15:guide id="6" orient="horz" pos="239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6 split graph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Content Placeholder 2"/>
          <p:cNvSpPr>
            <a:spLocks noGrp="1"/>
          </p:cNvSpPr>
          <p:nvPr>
            <p:ph idx="13" hasCustomPrompt="1"/>
          </p:nvPr>
        </p:nvSpPr>
        <p:spPr bwMode="gray">
          <a:xfrm>
            <a:off x="4395716"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Content Placeholder 2"/>
          <p:cNvSpPr>
            <a:spLocks noGrp="1"/>
          </p:cNvSpPr>
          <p:nvPr>
            <p:ph idx="14" hasCustomPrompt="1"/>
          </p:nvPr>
        </p:nvSpPr>
        <p:spPr bwMode="gray">
          <a:xfrm>
            <a:off x="8132608"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Slide Number Placeholder 8"/>
          <p:cNvSpPr>
            <a:spLocks noGrp="1"/>
          </p:cNvSpPr>
          <p:nvPr>
            <p:ph type="sldNum" sz="quarter" idx="19"/>
          </p:nvPr>
        </p:nvSpPr>
        <p:spPr/>
        <p:txBody>
          <a:bodyPr/>
          <a:lstStyle/>
          <a:p>
            <a:fld id="{DDD2A080-DA64-4F5C-9131-47EB793B4410}" type="slidenum">
              <a:rPr lang="en-GB" noProof="0" smtClean="0"/>
              <a:pPr/>
              <a:t>‹#›</a:t>
            </a:fld>
            <a:endParaRPr lang="en-GB" noProof="0" dirty="0"/>
          </a:p>
        </p:txBody>
      </p:sp>
      <p:sp>
        <p:nvSpPr>
          <p:cNvPr id="10" name="Text Placeholder 10"/>
          <p:cNvSpPr>
            <a:spLocks noGrp="1"/>
          </p:cNvSpPr>
          <p:nvPr>
            <p:ph type="body" sz="quarter" idx="12" hasCustomPrompt="1"/>
          </p:nvPr>
        </p:nvSpPr>
        <p:spPr>
          <a:xfrm>
            <a:off x="659008" y="1141200"/>
            <a:ext cx="34020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16" name="Text Placeholder 10"/>
          <p:cNvSpPr>
            <a:spLocks noGrp="1"/>
          </p:cNvSpPr>
          <p:nvPr>
            <p:ph type="body" sz="quarter" idx="20" hasCustomPrompt="1"/>
          </p:nvPr>
        </p:nvSpPr>
        <p:spPr>
          <a:xfrm>
            <a:off x="4395716" y="1141200"/>
            <a:ext cx="3402000" cy="572400"/>
          </a:xfrm>
        </p:spPr>
        <p:txBody>
          <a:bodyPr/>
          <a:lstStyle>
            <a:lvl1pPr>
              <a:lnSpc>
                <a:spcPct val="93000"/>
              </a:lnSpc>
              <a:defRPr sz="2000" b="1">
                <a:solidFill>
                  <a:schemeClr val="bg2"/>
                </a:solidFill>
              </a:defRPr>
            </a:lvl1pPr>
          </a:lstStyle>
          <a:p>
            <a:pPr lvl="0"/>
            <a:r>
              <a:rPr lang="en-GB" noProof="0" dirty="0"/>
              <a:t>Click to add subtitle</a:t>
            </a:r>
          </a:p>
        </p:txBody>
      </p:sp>
      <p:sp>
        <p:nvSpPr>
          <p:cNvPr id="17" name="Text Placeholder 10"/>
          <p:cNvSpPr>
            <a:spLocks noGrp="1"/>
          </p:cNvSpPr>
          <p:nvPr>
            <p:ph type="body" sz="quarter" idx="21" hasCustomPrompt="1"/>
          </p:nvPr>
        </p:nvSpPr>
        <p:spPr>
          <a:xfrm>
            <a:off x="8132608" y="1141200"/>
            <a:ext cx="3402000" cy="572400"/>
          </a:xfrm>
        </p:spPr>
        <p:txBody>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9A6698A2-A39B-41B3-9275-CB9AF2EB4D82}"/>
              </a:ext>
            </a:extLst>
          </p:cNvPr>
          <p:cNvSpPr>
            <a:spLocks noGrp="1"/>
          </p:cNvSpPr>
          <p:nvPr>
            <p:ph type="ftr" sz="quarter" idx="22"/>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7461088F-78BF-40B2-9347-3DDF04997BA2}"/>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20" name="Text Placeholder 19">
            <a:extLst>
              <a:ext uri="{FF2B5EF4-FFF2-40B4-BE49-F238E27FC236}">
                <a16:creationId xmlns:a16="http://schemas.microsoft.com/office/drawing/2014/main" id="{CEFF65E3-281C-42C3-B17B-E3FBBBFCC311}"/>
              </a:ext>
            </a:extLst>
          </p:cNvPr>
          <p:cNvSpPr>
            <a:spLocks noGrp="1"/>
          </p:cNvSpPr>
          <p:nvPr>
            <p:ph type="body" sz="quarter" idx="23" hasCustomPrompt="1"/>
          </p:nvPr>
        </p:nvSpPr>
        <p:spPr bwMode="auto">
          <a:xfrm>
            <a:off x="659008"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21" name="Text Placeholder 20">
            <a:extLst>
              <a:ext uri="{FF2B5EF4-FFF2-40B4-BE49-F238E27FC236}">
                <a16:creationId xmlns:a16="http://schemas.microsoft.com/office/drawing/2014/main" id="{4EB20EA5-1BDF-4774-85AE-3707EE79E838}"/>
              </a:ext>
            </a:extLst>
          </p:cNvPr>
          <p:cNvSpPr>
            <a:spLocks noGrp="1"/>
          </p:cNvSpPr>
          <p:nvPr>
            <p:ph type="body" sz="quarter" idx="24" hasCustomPrompt="1"/>
          </p:nvPr>
        </p:nvSpPr>
        <p:spPr bwMode="auto">
          <a:xfrm>
            <a:off x="4395716"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22" name="Text Placeholder 21">
            <a:extLst>
              <a:ext uri="{FF2B5EF4-FFF2-40B4-BE49-F238E27FC236}">
                <a16:creationId xmlns:a16="http://schemas.microsoft.com/office/drawing/2014/main" id="{47ABD35C-80D6-4CEF-A7D8-B8167BA43E06}"/>
              </a:ext>
            </a:extLst>
          </p:cNvPr>
          <p:cNvSpPr>
            <a:spLocks noGrp="1"/>
          </p:cNvSpPr>
          <p:nvPr>
            <p:ph type="body" sz="quarter" idx="25" hasCustomPrompt="1"/>
          </p:nvPr>
        </p:nvSpPr>
        <p:spPr bwMode="auto">
          <a:xfrm>
            <a:off x="8132608"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grpSp>
        <p:nvGrpSpPr>
          <p:cNvPr id="23" name="Group 22">
            <a:extLst>
              <a:ext uri="{FF2B5EF4-FFF2-40B4-BE49-F238E27FC236}">
                <a16:creationId xmlns:a16="http://schemas.microsoft.com/office/drawing/2014/main" id="{5837A4F1-813B-4E08-9ED0-69735471A037}"/>
              </a:ext>
            </a:extLst>
          </p:cNvPr>
          <p:cNvGrpSpPr/>
          <p:nvPr userDrawn="1"/>
        </p:nvGrpSpPr>
        <p:grpSpPr>
          <a:xfrm>
            <a:off x="-2368598" y="0"/>
            <a:ext cx="1872000" cy="4379495"/>
            <a:chOff x="-2025698" y="0"/>
            <a:chExt cx="1872000" cy="4379495"/>
          </a:xfrm>
        </p:grpSpPr>
        <p:grpSp>
          <p:nvGrpSpPr>
            <p:cNvPr id="24" name="Group 23">
              <a:extLst>
                <a:ext uri="{FF2B5EF4-FFF2-40B4-BE49-F238E27FC236}">
                  <a16:creationId xmlns:a16="http://schemas.microsoft.com/office/drawing/2014/main" id="{55440F9C-887D-4F39-AF0E-29E9DD0B1166}"/>
                </a:ext>
              </a:extLst>
            </p:cNvPr>
            <p:cNvGrpSpPr/>
            <p:nvPr userDrawn="1"/>
          </p:nvGrpSpPr>
          <p:grpSpPr>
            <a:xfrm>
              <a:off x="-2025698" y="0"/>
              <a:ext cx="1872000" cy="4379495"/>
              <a:chOff x="-2025698" y="0"/>
              <a:chExt cx="1872000" cy="4379495"/>
            </a:xfrm>
          </p:grpSpPr>
          <p:grpSp>
            <p:nvGrpSpPr>
              <p:cNvPr id="26" name="Group 25">
                <a:extLst>
                  <a:ext uri="{FF2B5EF4-FFF2-40B4-BE49-F238E27FC236}">
                    <a16:creationId xmlns:a16="http://schemas.microsoft.com/office/drawing/2014/main" id="{3AE6EB06-797B-485F-A2DD-ED177C516635}"/>
                  </a:ext>
                </a:extLst>
              </p:cNvPr>
              <p:cNvGrpSpPr/>
              <p:nvPr userDrawn="1"/>
            </p:nvGrpSpPr>
            <p:grpSpPr>
              <a:xfrm>
                <a:off x="-2025698" y="0"/>
                <a:ext cx="1872000" cy="4379495"/>
                <a:chOff x="-2025698" y="0"/>
                <a:chExt cx="1872000" cy="4379495"/>
              </a:xfrm>
            </p:grpSpPr>
            <p:grpSp>
              <p:nvGrpSpPr>
                <p:cNvPr id="28" name="Group 27">
                  <a:extLst>
                    <a:ext uri="{FF2B5EF4-FFF2-40B4-BE49-F238E27FC236}">
                      <a16:creationId xmlns:a16="http://schemas.microsoft.com/office/drawing/2014/main" id="{2B48A556-2CC1-405E-B7DD-8422C79FF47D}"/>
                    </a:ext>
                  </a:extLst>
                </p:cNvPr>
                <p:cNvGrpSpPr/>
                <p:nvPr/>
              </p:nvGrpSpPr>
              <p:grpSpPr>
                <a:xfrm>
                  <a:off x="-2025698" y="0"/>
                  <a:ext cx="1872000" cy="4379495"/>
                  <a:chOff x="-2025698" y="0"/>
                  <a:chExt cx="1872000" cy="4379495"/>
                </a:xfrm>
              </p:grpSpPr>
              <p:sp>
                <p:nvSpPr>
                  <p:cNvPr id="30" name="Rectangle 104">
                    <a:extLst>
                      <a:ext uri="{FF2B5EF4-FFF2-40B4-BE49-F238E27FC236}">
                        <a16:creationId xmlns:a16="http://schemas.microsoft.com/office/drawing/2014/main" id="{184BE141-3152-4EEA-8393-0EEF51DA0B79}"/>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1" name="Rectangle 113">
                    <a:extLst>
                      <a:ext uri="{FF2B5EF4-FFF2-40B4-BE49-F238E27FC236}">
                        <a16:creationId xmlns:a16="http://schemas.microsoft.com/office/drawing/2014/main" id="{CF52034F-CE32-4091-8163-CD7282C61E90}"/>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9" name="Rectangle 106">
                  <a:extLst>
                    <a:ext uri="{FF2B5EF4-FFF2-40B4-BE49-F238E27FC236}">
                      <a16:creationId xmlns:a16="http://schemas.microsoft.com/office/drawing/2014/main" id="{6E95BDBF-AC8B-42DE-9F35-62D0FB7884DB}"/>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7" name="Picture 26">
                <a:extLst>
                  <a:ext uri="{FF2B5EF4-FFF2-40B4-BE49-F238E27FC236}">
                    <a16:creationId xmlns:a16="http://schemas.microsoft.com/office/drawing/2014/main" id="{CFBD03D0-C21F-4DB5-ACE6-45B38290F54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5" name="Rectangle 24">
              <a:extLst>
                <a:ext uri="{FF2B5EF4-FFF2-40B4-BE49-F238E27FC236}">
                  <a16:creationId xmlns:a16="http://schemas.microsoft.com/office/drawing/2014/main" id="{F459B91F-8FB6-4CBF-9522-E614B9536C64}"/>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17969887"/>
      </p:ext>
    </p:extLst>
  </p:cSld>
  <p:clrMapOvr>
    <a:masterClrMapping/>
  </p:clrMapOvr>
  <p:extLst>
    <p:ext uri="{DCECCB84-F9BA-43D5-87BE-67443E8EF086}">
      <p15:sldGuideLst xmlns:p15="http://schemas.microsoft.com/office/powerpoint/2012/main">
        <p15:guide id="2" pos="2768" userDrawn="1">
          <p15:clr>
            <a:srgbClr val="FBAE40"/>
          </p15:clr>
        </p15:guide>
        <p15:guide id="3" pos="4912" userDrawn="1">
          <p15:clr>
            <a:srgbClr val="FBAE40"/>
          </p15:clr>
        </p15:guide>
        <p15:guide id="4" pos="5120" userDrawn="1">
          <p15:clr>
            <a:srgbClr val="FBAE40"/>
          </p15:clr>
        </p15:guide>
        <p15:guide id="5" orient="horz" pos="2830" userDrawn="1">
          <p15:clr>
            <a:srgbClr val="FBAE40"/>
          </p15:clr>
        </p15:guide>
        <p15:guide id="6" orient="horz" pos="2998" userDrawn="1">
          <p15:clr>
            <a:srgbClr val="FBAE40"/>
          </p15:clr>
        </p15:guide>
        <p15:guide id="7" pos="256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split with subtitles">
    <p:bg bwMode="gray">
      <p:bgRef idx="1001">
        <a:schemeClr val="bg1"/>
      </p:bgRef>
    </p:bg>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4561"/>
            <a:ext cx="5266800" cy="1854000"/>
          </a:xfrm>
        </p:spPr>
        <p:txBody>
          <a:bodyPr/>
          <a:lstStyle>
            <a:lvl3pPr>
              <a:lnSpc>
                <a:spcPct val="93000"/>
              </a:lnSpc>
              <a:defRPr sz="2000"/>
            </a:lvl3pPr>
          </a:lstStyle>
          <a:p>
            <a:pPr lvl="1"/>
            <a:r>
              <a:rPr lang="en-GB" noProof="0"/>
              <a:t>Click </a:t>
            </a:r>
            <a:r>
              <a:rPr lang="en-GB" noProof="0" dirty="0"/>
              <a:t>to add text</a:t>
            </a:r>
          </a:p>
        </p:txBody>
      </p:sp>
      <p:sp>
        <p:nvSpPr>
          <p:cNvPr id="8" name="Content Placeholder 2"/>
          <p:cNvSpPr>
            <a:spLocks noGrp="1"/>
          </p:cNvSpPr>
          <p:nvPr>
            <p:ph idx="21" hasCustomPrompt="1"/>
          </p:nvPr>
        </p:nvSpPr>
        <p:spPr bwMode="gray">
          <a:xfrm>
            <a:off x="659008" y="4346775"/>
            <a:ext cx="5266800" cy="1854000"/>
          </a:xfrm>
        </p:spPr>
        <p:txBody>
          <a:bodyPr/>
          <a:lstStyle>
            <a:lvl3pPr>
              <a:lnSpc>
                <a:spcPct val="93000"/>
              </a:lnSpc>
              <a:defRPr sz="2000"/>
            </a:lvl3pPr>
          </a:lstStyle>
          <a:p>
            <a:pPr lvl="1"/>
            <a:r>
              <a:rPr lang="en-GB" noProof="0" dirty="0"/>
              <a:t>Click to add text</a:t>
            </a:r>
          </a:p>
        </p:txBody>
      </p:sp>
      <p:cxnSp>
        <p:nvCxnSpPr>
          <p:cNvPr id="9" name="Straight Connector 8"/>
          <p:cNvCxnSpPr/>
          <p:nvPr userDrawn="1"/>
        </p:nvCxnSpPr>
        <p:spPr bwMode="gray">
          <a:xfrm>
            <a:off x="659008" y="1682898"/>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bwMode="gray">
          <a:xfrm>
            <a:off x="659008" y="4278810"/>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idx="23" hasCustomPrompt="1"/>
          </p:nvPr>
        </p:nvSpPr>
        <p:spPr bwMode="gray">
          <a:xfrm>
            <a:off x="6267808" y="1754561"/>
            <a:ext cx="5266800" cy="1854000"/>
          </a:xfrm>
        </p:spPr>
        <p:txBody>
          <a:bodyPr/>
          <a:lstStyle>
            <a:lvl3pPr>
              <a:lnSpc>
                <a:spcPct val="93000"/>
              </a:lnSpc>
              <a:defRPr sz="2000"/>
            </a:lvl3pPr>
          </a:lstStyle>
          <a:p>
            <a:pPr lvl="1"/>
            <a:r>
              <a:rPr lang="en-GB" noProof="0" dirty="0"/>
              <a:t>Click to add text</a:t>
            </a:r>
          </a:p>
        </p:txBody>
      </p:sp>
      <p:sp>
        <p:nvSpPr>
          <p:cNvPr id="18" name="Content Placeholder 2"/>
          <p:cNvSpPr>
            <a:spLocks noGrp="1"/>
          </p:cNvSpPr>
          <p:nvPr>
            <p:ph idx="25" hasCustomPrompt="1"/>
          </p:nvPr>
        </p:nvSpPr>
        <p:spPr bwMode="gray">
          <a:xfrm>
            <a:off x="6267808" y="4346775"/>
            <a:ext cx="5266800" cy="1854000"/>
          </a:xfrm>
        </p:spPr>
        <p:txBody>
          <a:bodyPr/>
          <a:lstStyle>
            <a:lvl3pPr>
              <a:lnSpc>
                <a:spcPct val="93000"/>
              </a:lnSpc>
              <a:defRPr sz="2000"/>
            </a:lvl3pPr>
          </a:lstStyle>
          <a:p>
            <a:pPr lvl="1"/>
            <a:r>
              <a:rPr lang="en-GB" noProof="0"/>
              <a:t>Click </a:t>
            </a:r>
            <a:r>
              <a:rPr lang="en-GB" noProof="0" dirty="0"/>
              <a:t>to add text</a:t>
            </a:r>
          </a:p>
        </p:txBody>
      </p:sp>
      <p:cxnSp>
        <p:nvCxnSpPr>
          <p:cNvPr id="19" name="Straight Connector 18"/>
          <p:cNvCxnSpPr/>
          <p:nvPr userDrawn="1"/>
        </p:nvCxnSpPr>
        <p:spPr bwMode="gray">
          <a:xfrm>
            <a:off x="6267808" y="1682898"/>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bwMode="gray">
          <a:xfrm>
            <a:off x="6267808" y="4278810"/>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27"/>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B93A5B4B-0671-49BC-8204-148282CCCD85}"/>
              </a:ext>
            </a:extLst>
          </p:cNvPr>
          <p:cNvSpPr>
            <a:spLocks noGrp="1"/>
          </p:cNvSpPr>
          <p:nvPr>
            <p:ph type="ftr" sz="quarter" idx="28"/>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20FBD913-9040-4AE9-AC53-764A04CD698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26" name="Text Placeholder 25">
            <a:extLst>
              <a:ext uri="{FF2B5EF4-FFF2-40B4-BE49-F238E27FC236}">
                <a16:creationId xmlns:a16="http://schemas.microsoft.com/office/drawing/2014/main" id="{CBE08C37-B308-4095-A1E0-4F6A9285A4B8}"/>
              </a:ext>
            </a:extLst>
          </p:cNvPr>
          <p:cNvSpPr>
            <a:spLocks noGrp="1"/>
          </p:cNvSpPr>
          <p:nvPr>
            <p:ph type="body" sz="quarter" idx="38" hasCustomPrompt="1"/>
          </p:nvPr>
        </p:nvSpPr>
        <p:spPr bwMode="auto">
          <a:xfrm>
            <a:off x="659008" y="1141199"/>
            <a:ext cx="5266800" cy="572400"/>
          </a:xfrm>
          <a:custGeom>
            <a:avLst/>
            <a:gdLst>
              <a:gd name="connsiteX0" fmla="*/ 0 w 5058000"/>
              <a:gd name="connsiteY0" fmla="*/ 0 h 572400"/>
              <a:gd name="connsiteX1" fmla="*/ 5058000 w 5058000"/>
              <a:gd name="connsiteY1" fmla="*/ 0 h 572400"/>
              <a:gd name="connsiteX2" fmla="*/ 5058000 w 5058000"/>
              <a:gd name="connsiteY2" fmla="*/ 572400 h 572400"/>
              <a:gd name="connsiteX3" fmla="*/ 0 w 5058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5058000" h="572400">
                <a:moveTo>
                  <a:pt x="0" y="0"/>
                </a:moveTo>
                <a:lnTo>
                  <a:pt x="5058000" y="0"/>
                </a:lnTo>
                <a:lnTo>
                  <a:pt x="5058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8" name="Text Placeholder 27">
            <a:extLst>
              <a:ext uri="{FF2B5EF4-FFF2-40B4-BE49-F238E27FC236}">
                <a16:creationId xmlns:a16="http://schemas.microsoft.com/office/drawing/2014/main" id="{7B6B260B-AEFF-45D7-A63C-7181FC204B9E}"/>
              </a:ext>
            </a:extLst>
          </p:cNvPr>
          <p:cNvSpPr>
            <a:spLocks noGrp="1"/>
          </p:cNvSpPr>
          <p:nvPr>
            <p:ph type="body" sz="quarter" idx="42" hasCustomPrompt="1"/>
          </p:nvPr>
        </p:nvSpPr>
        <p:spPr bwMode="auto">
          <a:xfrm>
            <a:off x="659008" y="3733413"/>
            <a:ext cx="5266800" cy="572400"/>
          </a:xfrm>
          <a:custGeom>
            <a:avLst/>
            <a:gdLst>
              <a:gd name="connsiteX0" fmla="*/ 0 w 5058000"/>
              <a:gd name="connsiteY0" fmla="*/ 0 h 324000"/>
              <a:gd name="connsiteX1" fmla="*/ 5058000 w 5058000"/>
              <a:gd name="connsiteY1" fmla="*/ 0 h 324000"/>
              <a:gd name="connsiteX2" fmla="*/ 5058000 w 5058000"/>
              <a:gd name="connsiteY2" fmla="*/ 324000 h 324000"/>
              <a:gd name="connsiteX3" fmla="*/ 0 w 5058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5058000" h="324000">
                <a:moveTo>
                  <a:pt x="0" y="0"/>
                </a:moveTo>
                <a:lnTo>
                  <a:pt x="5058000" y="0"/>
                </a:lnTo>
                <a:lnTo>
                  <a:pt x="5058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7" name="Text Placeholder 26">
            <a:extLst>
              <a:ext uri="{FF2B5EF4-FFF2-40B4-BE49-F238E27FC236}">
                <a16:creationId xmlns:a16="http://schemas.microsoft.com/office/drawing/2014/main" id="{E1ED5493-9DF4-4D9B-AA23-320F230497BF}"/>
              </a:ext>
            </a:extLst>
          </p:cNvPr>
          <p:cNvSpPr>
            <a:spLocks noGrp="1"/>
          </p:cNvSpPr>
          <p:nvPr>
            <p:ph type="body" sz="quarter" idx="43" hasCustomPrompt="1"/>
          </p:nvPr>
        </p:nvSpPr>
        <p:spPr bwMode="auto">
          <a:xfrm>
            <a:off x="6267808" y="1141199"/>
            <a:ext cx="5266800" cy="572400"/>
          </a:xfrm>
          <a:custGeom>
            <a:avLst/>
            <a:gdLst>
              <a:gd name="connsiteX0" fmla="*/ 0 w 5058000"/>
              <a:gd name="connsiteY0" fmla="*/ 0 h 572400"/>
              <a:gd name="connsiteX1" fmla="*/ 5058000 w 5058000"/>
              <a:gd name="connsiteY1" fmla="*/ 0 h 572400"/>
              <a:gd name="connsiteX2" fmla="*/ 5058000 w 5058000"/>
              <a:gd name="connsiteY2" fmla="*/ 572400 h 572400"/>
              <a:gd name="connsiteX3" fmla="*/ 0 w 5058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5058000" h="572400">
                <a:moveTo>
                  <a:pt x="0" y="0"/>
                </a:moveTo>
                <a:lnTo>
                  <a:pt x="5058000" y="0"/>
                </a:lnTo>
                <a:lnTo>
                  <a:pt x="5058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9" name="Text Placeholder 28">
            <a:extLst>
              <a:ext uri="{FF2B5EF4-FFF2-40B4-BE49-F238E27FC236}">
                <a16:creationId xmlns:a16="http://schemas.microsoft.com/office/drawing/2014/main" id="{F0CF9846-3CEC-46AC-9920-CB26942D3B06}"/>
              </a:ext>
            </a:extLst>
          </p:cNvPr>
          <p:cNvSpPr>
            <a:spLocks noGrp="1"/>
          </p:cNvSpPr>
          <p:nvPr>
            <p:ph type="body" sz="quarter" idx="44" hasCustomPrompt="1"/>
          </p:nvPr>
        </p:nvSpPr>
        <p:spPr bwMode="auto">
          <a:xfrm>
            <a:off x="6267808" y="3733413"/>
            <a:ext cx="5266800" cy="572400"/>
          </a:xfrm>
          <a:custGeom>
            <a:avLst/>
            <a:gdLst>
              <a:gd name="connsiteX0" fmla="*/ 0 w 5058000"/>
              <a:gd name="connsiteY0" fmla="*/ 0 h 324000"/>
              <a:gd name="connsiteX1" fmla="*/ 5058000 w 5058000"/>
              <a:gd name="connsiteY1" fmla="*/ 0 h 324000"/>
              <a:gd name="connsiteX2" fmla="*/ 5058000 w 5058000"/>
              <a:gd name="connsiteY2" fmla="*/ 324000 h 324000"/>
              <a:gd name="connsiteX3" fmla="*/ 0 w 5058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5058000" h="324000">
                <a:moveTo>
                  <a:pt x="0" y="0"/>
                </a:moveTo>
                <a:lnTo>
                  <a:pt x="5058000" y="0"/>
                </a:lnTo>
                <a:lnTo>
                  <a:pt x="5058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0" name="Group 29">
            <a:extLst>
              <a:ext uri="{FF2B5EF4-FFF2-40B4-BE49-F238E27FC236}">
                <a16:creationId xmlns:a16="http://schemas.microsoft.com/office/drawing/2014/main" id="{C8DD7138-7E1A-4558-BDF5-88DA9333D584}"/>
              </a:ext>
            </a:extLst>
          </p:cNvPr>
          <p:cNvGrpSpPr/>
          <p:nvPr userDrawn="1"/>
        </p:nvGrpSpPr>
        <p:grpSpPr>
          <a:xfrm>
            <a:off x="-2368598" y="0"/>
            <a:ext cx="1872000" cy="4379495"/>
            <a:chOff x="-2025698" y="0"/>
            <a:chExt cx="1872000" cy="4379495"/>
          </a:xfrm>
        </p:grpSpPr>
        <p:grpSp>
          <p:nvGrpSpPr>
            <p:cNvPr id="31" name="Group 30">
              <a:extLst>
                <a:ext uri="{FF2B5EF4-FFF2-40B4-BE49-F238E27FC236}">
                  <a16:creationId xmlns:a16="http://schemas.microsoft.com/office/drawing/2014/main" id="{EFB145EF-3494-41B7-A308-3513680B0EFC}"/>
                </a:ext>
              </a:extLst>
            </p:cNvPr>
            <p:cNvGrpSpPr/>
            <p:nvPr userDrawn="1"/>
          </p:nvGrpSpPr>
          <p:grpSpPr>
            <a:xfrm>
              <a:off x="-2025698" y="0"/>
              <a:ext cx="1872000" cy="4379495"/>
              <a:chOff x="-2025698" y="0"/>
              <a:chExt cx="1872000" cy="4379495"/>
            </a:xfrm>
          </p:grpSpPr>
          <p:grpSp>
            <p:nvGrpSpPr>
              <p:cNvPr id="33" name="Group 32">
                <a:extLst>
                  <a:ext uri="{FF2B5EF4-FFF2-40B4-BE49-F238E27FC236}">
                    <a16:creationId xmlns:a16="http://schemas.microsoft.com/office/drawing/2014/main" id="{0371EB9D-BFFF-4E5E-9B8B-758BF9945B83}"/>
                  </a:ext>
                </a:extLst>
              </p:cNvPr>
              <p:cNvGrpSpPr/>
              <p:nvPr userDrawn="1"/>
            </p:nvGrpSpPr>
            <p:grpSpPr>
              <a:xfrm>
                <a:off x="-2025698" y="0"/>
                <a:ext cx="1872000" cy="4379495"/>
                <a:chOff x="-2025698" y="0"/>
                <a:chExt cx="1872000" cy="4379495"/>
              </a:xfrm>
            </p:grpSpPr>
            <p:grpSp>
              <p:nvGrpSpPr>
                <p:cNvPr id="35" name="Group 34">
                  <a:extLst>
                    <a:ext uri="{FF2B5EF4-FFF2-40B4-BE49-F238E27FC236}">
                      <a16:creationId xmlns:a16="http://schemas.microsoft.com/office/drawing/2014/main" id="{EC5CDC9E-02CE-413A-AF0C-7DED02087354}"/>
                    </a:ext>
                  </a:extLst>
                </p:cNvPr>
                <p:cNvGrpSpPr/>
                <p:nvPr/>
              </p:nvGrpSpPr>
              <p:grpSpPr>
                <a:xfrm>
                  <a:off x="-2025698" y="0"/>
                  <a:ext cx="1872000" cy="4379495"/>
                  <a:chOff x="-2025698" y="0"/>
                  <a:chExt cx="1872000" cy="4379495"/>
                </a:xfrm>
              </p:grpSpPr>
              <p:sp>
                <p:nvSpPr>
                  <p:cNvPr id="46" name="Rectangle 104">
                    <a:extLst>
                      <a:ext uri="{FF2B5EF4-FFF2-40B4-BE49-F238E27FC236}">
                        <a16:creationId xmlns:a16="http://schemas.microsoft.com/office/drawing/2014/main" id="{F7D83AC5-ED1B-4729-A64C-7B7A765ED2F5}"/>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7" name="Rectangle 113">
                    <a:extLst>
                      <a:ext uri="{FF2B5EF4-FFF2-40B4-BE49-F238E27FC236}">
                        <a16:creationId xmlns:a16="http://schemas.microsoft.com/office/drawing/2014/main" id="{C1489E30-784E-466C-9DCB-A7C94C88642B}"/>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36" name="Rectangle 106">
                  <a:extLst>
                    <a:ext uri="{FF2B5EF4-FFF2-40B4-BE49-F238E27FC236}">
                      <a16:creationId xmlns:a16="http://schemas.microsoft.com/office/drawing/2014/main" id="{BE81ED68-F4B7-455F-84CC-E385AD4838E8}"/>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34" name="Picture 33">
                <a:extLst>
                  <a:ext uri="{FF2B5EF4-FFF2-40B4-BE49-F238E27FC236}">
                    <a16:creationId xmlns:a16="http://schemas.microsoft.com/office/drawing/2014/main" id="{CEBAAC2B-D283-4967-89EC-8CA16E2769D1}"/>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2" name="Rectangle 31">
              <a:extLst>
                <a:ext uri="{FF2B5EF4-FFF2-40B4-BE49-F238E27FC236}">
                  <a16:creationId xmlns:a16="http://schemas.microsoft.com/office/drawing/2014/main" id="{BCA8162F-F884-4C45-B0A8-906ACC7BEA03}"/>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473586443"/>
      </p:ext>
    </p:extLst>
  </p:cSld>
  <p:clrMapOvr>
    <a:masterClrMapping/>
  </p:clrMapOvr>
  <p:extLst>
    <p:ext uri="{DCECCB84-F9BA-43D5-87BE-67443E8EF086}">
      <p15:sldGuideLst xmlns:p15="http://schemas.microsoft.com/office/powerpoint/2012/main">
        <p15:guide id="2" pos="3736" userDrawn="1">
          <p15:clr>
            <a:srgbClr val="FBAE40"/>
          </p15:clr>
        </p15:guide>
        <p15:guide id="3" pos="3944" userDrawn="1">
          <p15:clr>
            <a:srgbClr val="FBAE40"/>
          </p15:clr>
        </p15:guide>
        <p15:guide id="4" orient="horz" pos="2274" userDrawn="1">
          <p15:clr>
            <a:srgbClr val="FBAE40"/>
          </p15:clr>
        </p15:guide>
        <p15:guide id="5" orient="horz" pos="2442"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 split with subtitles">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7278"/>
            <a:ext cx="3402000" cy="1850305"/>
          </a:xfrm>
        </p:spPr>
        <p:txBody>
          <a:bodyPr/>
          <a:lstStyle>
            <a:lvl3pPr>
              <a:lnSpc>
                <a:spcPct val="93000"/>
              </a:lnSpc>
              <a:defRPr sz="2000"/>
            </a:lvl3pPr>
          </a:lstStyle>
          <a:p>
            <a:pPr lvl="1"/>
            <a:r>
              <a:rPr lang="en-GB" noProof="0" dirty="0"/>
              <a:t>Click to add text</a:t>
            </a:r>
          </a:p>
        </p:txBody>
      </p:sp>
      <p:sp>
        <p:nvSpPr>
          <p:cNvPr id="8" name="Content Placeholder 2"/>
          <p:cNvSpPr>
            <a:spLocks noGrp="1"/>
          </p:cNvSpPr>
          <p:nvPr>
            <p:ph idx="21" hasCustomPrompt="1"/>
          </p:nvPr>
        </p:nvSpPr>
        <p:spPr bwMode="gray">
          <a:xfrm>
            <a:off x="659008" y="4346776"/>
            <a:ext cx="3402000" cy="1850400"/>
          </a:xfrm>
        </p:spPr>
        <p:txBody>
          <a:bodyPr/>
          <a:lstStyle>
            <a:lvl3pPr>
              <a:lnSpc>
                <a:spcPct val="93000"/>
              </a:lnSpc>
              <a:defRPr sz="2000"/>
            </a:lvl3pPr>
          </a:lstStyle>
          <a:p>
            <a:pPr lvl="1"/>
            <a:r>
              <a:rPr lang="en-GB" noProof="0" dirty="0"/>
              <a:t>Click to add text</a:t>
            </a:r>
          </a:p>
        </p:txBody>
      </p:sp>
      <p:cxnSp>
        <p:nvCxnSpPr>
          <p:cNvPr id="9" name="Straight Connector 8"/>
          <p:cNvCxnSpPr>
            <a:cxnSpLocks/>
          </p:cNvCxnSpPr>
          <p:nvPr userDrawn="1"/>
        </p:nvCxnSpPr>
        <p:spPr bwMode="gray">
          <a:xfrm>
            <a:off x="659008"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userDrawn="1"/>
        </p:nvCxnSpPr>
        <p:spPr bwMode="gray">
          <a:xfrm>
            <a:off x="659008"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1" name="Content Placeholder 2"/>
          <p:cNvSpPr>
            <a:spLocks noGrp="1"/>
          </p:cNvSpPr>
          <p:nvPr>
            <p:ph idx="23" hasCustomPrompt="1"/>
          </p:nvPr>
        </p:nvSpPr>
        <p:spPr bwMode="gray">
          <a:xfrm>
            <a:off x="8132608" y="1757278"/>
            <a:ext cx="3402000" cy="1850305"/>
          </a:xfrm>
        </p:spPr>
        <p:txBody>
          <a:bodyPr/>
          <a:lstStyle>
            <a:lvl3pPr>
              <a:lnSpc>
                <a:spcPct val="93000"/>
              </a:lnSpc>
              <a:defRPr sz="2000"/>
            </a:lvl3pPr>
          </a:lstStyle>
          <a:p>
            <a:pPr lvl="1"/>
            <a:r>
              <a:rPr lang="en-GB" noProof="0" dirty="0"/>
              <a:t>Click to add text</a:t>
            </a:r>
          </a:p>
        </p:txBody>
      </p:sp>
      <p:sp>
        <p:nvSpPr>
          <p:cNvPr id="43" name="Content Placeholder 2"/>
          <p:cNvSpPr>
            <a:spLocks noGrp="1"/>
          </p:cNvSpPr>
          <p:nvPr>
            <p:ph idx="25" hasCustomPrompt="1"/>
          </p:nvPr>
        </p:nvSpPr>
        <p:spPr bwMode="gray">
          <a:xfrm>
            <a:off x="8132608" y="4346776"/>
            <a:ext cx="3402000" cy="1850400"/>
          </a:xfrm>
        </p:spPr>
        <p:txBody>
          <a:bodyPr/>
          <a:lstStyle>
            <a:lvl3pPr>
              <a:lnSpc>
                <a:spcPct val="93000"/>
              </a:lnSpc>
              <a:defRPr sz="2000"/>
            </a:lvl3pPr>
          </a:lstStyle>
          <a:p>
            <a:pPr lvl="1"/>
            <a:r>
              <a:rPr lang="en-GB" noProof="0" dirty="0"/>
              <a:t>Click to add text</a:t>
            </a:r>
          </a:p>
        </p:txBody>
      </p:sp>
      <p:cxnSp>
        <p:nvCxnSpPr>
          <p:cNvPr id="44" name="Straight Connector 43"/>
          <p:cNvCxnSpPr>
            <a:cxnSpLocks/>
          </p:cNvCxnSpPr>
          <p:nvPr userDrawn="1"/>
        </p:nvCxnSpPr>
        <p:spPr bwMode="gray">
          <a:xfrm>
            <a:off x="8132608"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cxnSpLocks/>
          </p:cNvCxnSpPr>
          <p:nvPr userDrawn="1"/>
        </p:nvCxnSpPr>
        <p:spPr bwMode="gray">
          <a:xfrm>
            <a:off x="8132608"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7" name="Content Placeholder 2"/>
          <p:cNvSpPr>
            <a:spLocks noGrp="1"/>
          </p:cNvSpPr>
          <p:nvPr>
            <p:ph idx="27" hasCustomPrompt="1"/>
          </p:nvPr>
        </p:nvSpPr>
        <p:spPr bwMode="gray">
          <a:xfrm>
            <a:off x="4395000" y="1757278"/>
            <a:ext cx="3402000" cy="1850305"/>
          </a:xfrm>
        </p:spPr>
        <p:txBody>
          <a:bodyPr/>
          <a:lstStyle>
            <a:lvl3pPr>
              <a:lnSpc>
                <a:spcPct val="93000"/>
              </a:lnSpc>
              <a:defRPr sz="2000"/>
            </a:lvl3pPr>
          </a:lstStyle>
          <a:p>
            <a:pPr lvl="1"/>
            <a:r>
              <a:rPr lang="en-GB" noProof="0" dirty="0"/>
              <a:t>Click to add text</a:t>
            </a:r>
          </a:p>
        </p:txBody>
      </p:sp>
      <p:sp>
        <p:nvSpPr>
          <p:cNvPr id="49" name="Content Placeholder 2"/>
          <p:cNvSpPr>
            <a:spLocks noGrp="1"/>
          </p:cNvSpPr>
          <p:nvPr>
            <p:ph idx="29" hasCustomPrompt="1"/>
          </p:nvPr>
        </p:nvSpPr>
        <p:spPr bwMode="gray">
          <a:xfrm>
            <a:off x="4395000" y="4346776"/>
            <a:ext cx="3402000" cy="1850400"/>
          </a:xfrm>
        </p:spPr>
        <p:txBody>
          <a:bodyPr/>
          <a:lstStyle>
            <a:lvl3pPr>
              <a:lnSpc>
                <a:spcPct val="93000"/>
              </a:lnSpc>
              <a:defRPr sz="2000"/>
            </a:lvl3pPr>
          </a:lstStyle>
          <a:p>
            <a:pPr lvl="1"/>
            <a:r>
              <a:rPr lang="en-GB" noProof="0" dirty="0"/>
              <a:t>Click to add text</a:t>
            </a:r>
          </a:p>
        </p:txBody>
      </p:sp>
      <p:cxnSp>
        <p:nvCxnSpPr>
          <p:cNvPr id="50" name="Straight Connector 49"/>
          <p:cNvCxnSpPr>
            <a:cxnSpLocks/>
          </p:cNvCxnSpPr>
          <p:nvPr userDrawn="1"/>
        </p:nvCxnSpPr>
        <p:spPr bwMode="gray">
          <a:xfrm>
            <a:off x="4395000"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cxnSpLocks/>
          </p:cNvCxnSpPr>
          <p:nvPr userDrawn="1"/>
        </p:nvCxnSpPr>
        <p:spPr bwMode="gray">
          <a:xfrm>
            <a:off x="4395000"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Slide Number Placeholder 12"/>
          <p:cNvSpPr>
            <a:spLocks noGrp="1"/>
          </p:cNvSpPr>
          <p:nvPr>
            <p:ph type="sldNum" sz="quarter" idx="31"/>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7B2AE73F-F541-436A-B59E-B7BA48843A64}"/>
              </a:ext>
            </a:extLst>
          </p:cNvPr>
          <p:cNvSpPr>
            <a:spLocks noGrp="1"/>
          </p:cNvSpPr>
          <p:nvPr>
            <p:ph type="ftr" sz="quarter" idx="32"/>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F01FA91F-1347-4A68-B4E4-CB1FEB2F249B}"/>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30" name="Text Placeholder 29">
            <a:extLst>
              <a:ext uri="{FF2B5EF4-FFF2-40B4-BE49-F238E27FC236}">
                <a16:creationId xmlns:a16="http://schemas.microsoft.com/office/drawing/2014/main" id="{71AA57DF-8FA7-4F3A-9EEB-C3E87ACBC8B8}"/>
              </a:ext>
            </a:extLst>
          </p:cNvPr>
          <p:cNvSpPr>
            <a:spLocks noGrp="1"/>
          </p:cNvSpPr>
          <p:nvPr>
            <p:ph type="body" sz="quarter" idx="38" hasCustomPrompt="1"/>
          </p:nvPr>
        </p:nvSpPr>
        <p:spPr bwMode="auto">
          <a:xfrm>
            <a:off x="659008"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5" name="Text Placeholder 34">
            <a:extLst>
              <a:ext uri="{FF2B5EF4-FFF2-40B4-BE49-F238E27FC236}">
                <a16:creationId xmlns:a16="http://schemas.microsoft.com/office/drawing/2014/main" id="{E7718391-B7F7-4E37-8AFB-E3B2F541D1CE}"/>
              </a:ext>
            </a:extLst>
          </p:cNvPr>
          <p:cNvSpPr>
            <a:spLocks noGrp="1"/>
          </p:cNvSpPr>
          <p:nvPr>
            <p:ph type="body" sz="quarter" idx="42" hasCustomPrompt="1"/>
          </p:nvPr>
        </p:nvSpPr>
        <p:spPr bwMode="auto">
          <a:xfrm>
            <a:off x="659008"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1" name="Text Placeholder 30">
            <a:extLst>
              <a:ext uri="{FF2B5EF4-FFF2-40B4-BE49-F238E27FC236}">
                <a16:creationId xmlns:a16="http://schemas.microsoft.com/office/drawing/2014/main" id="{388B2075-FA24-44D3-A933-88A394B5D12A}"/>
              </a:ext>
            </a:extLst>
          </p:cNvPr>
          <p:cNvSpPr>
            <a:spLocks noGrp="1"/>
          </p:cNvSpPr>
          <p:nvPr>
            <p:ph type="body" sz="quarter" idx="43" hasCustomPrompt="1"/>
          </p:nvPr>
        </p:nvSpPr>
        <p:spPr bwMode="auto">
          <a:xfrm>
            <a:off x="4395000"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4" name="Text Placeholder 33">
            <a:extLst>
              <a:ext uri="{FF2B5EF4-FFF2-40B4-BE49-F238E27FC236}">
                <a16:creationId xmlns:a16="http://schemas.microsoft.com/office/drawing/2014/main" id="{5F8D34A5-43EB-460D-B7F1-C4498910281E}"/>
              </a:ext>
            </a:extLst>
          </p:cNvPr>
          <p:cNvSpPr>
            <a:spLocks noGrp="1"/>
          </p:cNvSpPr>
          <p:nvPr>
            <p:ph type="body" sz="quarter" idx="44" hasCustomPrompt="1"/>
          </p:nvPr>
        </p:nvSpPr>
        <p:spPr bwMode="auto">
          <a:xfrm>
            <a:off x="4395000"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2" name="Text Placeholder 31">
            <a:extLst>
              <a:ext uri="{FF2B5EF4-FFF2-40B4-BE49-F238E27FC236}">
                <a16:creationId xmlns:a16="http://schemas.microsoft.com/office/drawing/2014/main" id="{AF9A0912-E3DD-4B25-9638-CA6C2E92CA63}"/>
              </a:ext>
            </a:extLst>
          </p:cNvPr>
          <p:cNvSpPr>
            <a:spLocks noGrp="1"/>
          </p:cNvSpPr>
          <p:nvPr>
            <p:ph type="body" sz="quarter" idx="45" hasCustomPrompt="1"/>
          </p:nvPr>
        </p:nvSpPr>
        <p:spPr bwMode="auto">
          <a:xfrm>
            <a:off x="8132608"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3" name="Text Placeholder 32">
            <a:extLst>
              <a:ext uri="{FF2B5EF4-FFF2-40B4-BE49-F238E27FC236}">
                <a16:creationId xmlns:a16="http://schemas.microsoft.com/office/drawing/2014/main" id="{81546869-C142-4E9A-B49F-4C54E614E44C}"/>
              </a:ext>
            </a:extLst>
          </p:cNvPr>
          <p:cNvSpPr>
            <a:spLocks noGrp="1"/>
          </p:cNvSpPr>
          <p:nvPr>
            <p:ph type="body" sz="quarter" idx="46" hasCustomPrompt="1"/>
          </p:nvPr>
        </p:nvSpPr>
        <p:spPr bwMode="auto">
          <a:xfrm>
            <a:off x="8132608"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6" name="Group 35">
            <a:extLst>
              <a:ext uri="{FF2B5EF4-FFF2-40B4-BE49-F238E27FC236}">
                <a16:creationId xmlns:a16="http://schemas.microsoft.com/office/drawing/2014/main" id="{C5F4D262-BE74-44A8-9713-982829562E8C}"/>
              </a:ext>
            </a:extLst>
          </p:cNvPr>
          <p:cNvGrpSpPr/>
          <p:nvPr userDrawn="1"/>
        </p:nvGrpSpPr>
        <p:grpSpPr>
          <a:xfrm>
            <a:off x="-2368598" y="0"/>
            <a:ext cx="1872000" cy="4379495"/>
            <a:chOff x="-2025698" y="0"/>
            <a:chExt cx="1872000" cy="4379495"/>
          </a:xfrm>
        </p:grpSpPr>
        <p:grpSp>
          <p:nvGrpSpPr>
            <p:cNvPr id="37" name="Group 36">
              <a:extLst>
                <a:ext uri="{FF2B5EF4-FFF2-40B4-BE49-F238E27FC236}">
                  <a16:creationId xmlns:a16="http://schemas.microsoft.com/office/drawing/2014/main" id="{51FDA5C2-7453-4C2B-9537-F0AE97278AA2}"/>
                </a:ext>
              </a:extLst>
            </p:cNvPr>
            <p:cNvGrpSpPr/>
            <p:nvPr userDrawn="1"/>
          </p:nvGrpSpPr>
          <p:grpSpPr>
            <a:xfrm>
              <a:off x="-2025698" y="0"/>
              <a:ext cx="1872000" cy="4379495"/>
              <a:chOff x="-2025698" y="0"/>
              <a:chExt cx="1872000" cy="4379495"/>
            </a:xfrm>
          </p:grpSpPr>
          <p:grpSp>
            <p:nvGrpSpPr>
              <p:cNvPr id="39" name="Group 38">
                <a:extLst>
                  <a:ext uri="{FF2B5EF4-FFF2-40B4-BE49-F238E27FC236}">
                    <a16:creationId xmlns:a16="http://schemas.microsoft.com/office/drawing/2014/main" id="{71407AED-8354-4C45-BDB0-AD483AD5064D}"/>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B8624C95-4CF3-48B9-AFC1-22D9BEB93BA8}"/>
                    </a:ext>
                  </a:extLst>
                </p:cNvPr>
                <p:cNvGrpSpPr/>
                <p:nvPr/>
              </p:nvGrpSpPr>
              <p:grpSpPr>
                <a:xfrm>
                  <a:off x="-2025698" y="0"/>
                  <a:ext cx="1872000" cy="4379495"/>
                  <a:chOff x="-2025698" y="0"/>
                  <a:chExt cx="1872000" cy="4379495"/>
                </a:xfrm>
              </p:grpSpPr>
              <p:sp>
                <p:nvSpPr>
                  <p:cNvPr id="48" name="Rectangle 104">
                    <a:extLst>
                      <a:ext uri="{FF2B5EF4-FFF2-40B4-BE49-F238E27FC236}">
                        <a16:creationId xmlns:a16="http://schemas.microsoft.com/office/drawing/2014/main" id="{A74BEA27-198E-41D1-B3E2-966739BFFDB7}"/>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52" name="Rectangle 113">
                    <a:extLst>
                      <a:ext uri="{FF2B5EF4-FFF2-40B4-BE49-F238E27FC236}">
                        <a16:creationId xmlns:a16="http://schemas.microsoft.com/office/drawing/2014/main" id="{B3960D3D-80F9-48FE-8A72-3377E5079B2F}"/>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6" name="Rectangle 106">
                  <a:extLst>
                    <a:ext uri="{FF2B5EF4-FFF2-40B4-BE49-F238E27FC236}">
                      <a16:creationId xmlns:a16="http://schemas.microsoft.com/office/drawing/2014/main" id="{C6071CEB-B712-4D26-9746-BA2B76DF2325}"/>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40" name="Picture 39">
                <a:extLst>
                  <a:ext uri="{FF2B5EF4-FFF2-40B4-BE49-F238E27FC236}">
                    <a16:creationId xmlns:a16="http://schemas.microsoft.com/office/drawing/2014/main" id="{5A6FBD9F-4B7A-48B2-8826-BC4054DC6A8E}"/>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8" name="Rectangle 37">
              <a:extLst>
                <a:ext uri="{FF2B5EF4-FFF2-40B4-BE49-F238E27FC236}">
                  <a16:creationId xmlns:a16="http://schemas.microsoft.com/office/drawing/2014/main" id="{86CA13DC-E600-4A64-AC8A-4E2D36E41B5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990928557"/>
      </p:ext>
    </p:extLst>
  </p:cSld>
  <p:clrMapOvr>
    <a:masterClrMapping/>
  </p:clrMapOvr>
  <p:extLst>
    <p:ext uri="{DCECCB84-F9BA-43D5-87BE-67443E8EF086}">
      <p15:sldGuideLst xmlns:p15="http://schemas.microsoft.com/office/powerpoint/2012/main">
        <p15:guide id="2" pos="2556" userDrawn="1">
          <p15:clr>
            <a:srgbClr val="FBAE40"/>
          </p15:clr>
        </p15:guide>
        <p15:guide id="3" pos="5120" userDrawn="1">
          <p15:clr>
            <a:srgbClr val="FBAE40"/>
          </p15:clr>
        </p15:guide>
        <p15:guide id="4" pos="2768" userDrawn="1">
          <p15:clr>
            <a:srgbClr val="FBAE40"/>
          </p15:clr>
        </p15:guide>
        <p15:guide id="5" pos="4912" userDrawn="1">
          <p15:clr>
            <a:srgbClr val="FBAE40"/>
          </p15:clr>
        </p15:guide>
        <p15:guide id="6" orient="horz" pos="2288" userDrawn="1">
          <p15:clr>
            <a:srgbClr val="FBAE40"/>
          </p15:clr>
        </p15:guide>
        <p15:guide id="7" orient="horz" pos="234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8 split with subtitles">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7279"/>
            <a:ext cx="2595600" cy="1850400"/>
          </a:xfrm>
        </p:spPr>
        <p:txBody>
          <a:bodyPr/>
          <a:lstStyle>
            <a:lvl3pPr>
              <a:lnSpc>
                <a:spcPct val="93000"/>
              </a:lnSpc>
              <a:defRPr sz="2000"/>
            </a:lvl3pPr>
          </a:lstStyle>
          <a:p>
            <a:pPr lvl="1"/>
            <a:r>
              <a:rPr lang="en-GB" noProof="0" dirty="0"/>
              <a:t>Click to add text</a:t>
            </a:r>
          </a:p>
        </p:txBody>
      </p:sp>
      <p:sp>
        <p:nvSpPr>
          <p:cNvPr id="8" name="Content Placeholder 2"/>
          <p:cNvSpPr>
            <a:spLocks noGrp="1"/>
          </p:cNvSpPr>
          <p:nvPr>
            <p:ph idx="21" hasCustomPrompt="1"/>
          </p:nvPr>
        </p:nvSpPr>
        <p:spPr bwMode="gray">
          <a:xfrm>
            <a:off x="659008" y="4346776"/>
            <a:ext cx="2595600" cy="1850400"/>
          </a:xfrm>
        </p:spPr>
        <p:txBody>
          <a:bodyPr/>
          <a:lstStyle>
            <a:lvl3pPr>
              <a:lnSpc>
                <a:spcPct val="93000"/>
              </a:lnSpc>
              <a:defRPr sz="2000"/>
            </a:lvl3pPr>
          </a:lstStyle>
          <a:p>
            <a:pPr lvl="1"/>
            <a:r>
              <a:rPr lang="en-GB" noProof="0" dirty="0"/>
              <a:t>Click to add text</a:t>
            </a:r>
          </a:p>
        </p:txBody>
      </p:sp>
      <p:cxnSp>
        <p:nvCxnSpPr>
          <p:cNvPr id="9" name="Straight Connector 8"/>
          <p:cNvCxnSpPr>
            <a:cxnSpLocks/>
          </p:cNvCxnSpPr>
          <p:nvPr userDrawn="1"/>
        </p:nvCxnSpPr>
        <p:spPr bwMode="gray">
          <a:xfrm>
            <a:off x="65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userDrawn="1"/>
        </p:nvCxnSpPr>
        <p:spPr bwMode="gray">
          <a:xfrm>
            <a:off x="65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idx="25" hasCustomPrompt="1"/>
          </p:nvPr>
        </p:nvSpPr>
        <p:spPr bwMode="gray">
          <a:xfrm>
            <a:off x="3419008" y="4346776"/>
            <a:ext cx="2595600" cy="1850400"/>
          </a:xfrm>
        </p:spPr>
        <p:txBody>
          <a:bodyPr/>
          <a:lstStyle>
            <a:lvl3pPr>
              <a:lnSpc>
                <a:spcPct val="93000"/>
              </a:lnSpc>
              <a:defRPr sz="2000"/>
            </a:lvl3pPr>
          </a:lstStyle>
          <a:p>
            <a:pPr lvl="1"/>
            <a:r>
              <a:rPr lang="en-GB" noProof="0" dirty="0"/>
              <a:t>Click to add text</a:t>
            </a:r>
          </a:p>
        </p:txBody>
      </p:sp>
      <p:cxnSp>
        <p:nvCxnSpPr>
          <p:cNvPr id="55" name="Straight Connector 54"/>
          <p:cNvCxnSpPr>
            <a:cxnSpLocks/>
          </p:cNvCxnSpPr>
          <p:nvPr userDrawn="1"/>
        </p:nvCxnSpPr>
        <p:spPr bwMode="gray">
          <a:xfrm>
            <a:off x="341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cxnSpLocks/>
          </p:cNvCxnSpPr>
          <p:nvPr userDrawn="1"/>
        </p:nvCxnSpPr>
        <p:spPr bwMode="gray">
          <a:xfrm>
            <a:off x="341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8" name="Content Placeholder 2"/>
          <p:cNvSpPr>
            <a:spLocks noGrp="1"/>
          </p:cNvSpPr>
          <p:nvPr>
            <p:ph idx="27" hasCustomPrompt="1"/>
          </p:nvPr>
        </p:nvSpPr>
        <p:spPr bwMode="gray">
          <a:xfrm>
            <a:off x="6179008" y="1757279"/>
            <a:ext cx="2595600" cy="1850400"/>
          </a:xfrm>
        </p:spPr>
        <p:txBody>
          <a:bodyPr/>
          <a:lstStyle>
            <a:lvl3pPr>
              <a:lnSpc>
                <a:spcPct val="93000"/>
              </a:lnSpc>
              <a:defRPr sz="2000"/>
            </a:lvl3pPr>
          </a:lstStyle>
          <a:p>
            <a:pPr lvl="1"/>
            <a:r>
              <a:rPr lang="en-GB" noProof="0" dirty="0"/>
              <a:t>Click to add text</a:t>
            </a:r>
          </a:p>
        </p:txBody>
      </p:sp>
      <p:sp>
        <p:nvSpPr>
          <p:cNvPr id="60" name="Content Placeholder 2"/>
          <p:cNvSpPr>
            <a:spLocks noGrp="1"/>
          </p:cNvSpPr>
          <p:nvPr>
            <p:ph idx="29" hasCustomPrompt="1"/>
          </p:nvPr>
        </p:nvSpPr>
        <p:spPr bwMode="gray">
          <a:xfrm>
            <a:off x="6179008" y="4346776"/>
            <a:ext cx="2595600" cy="1850400"/>
          </a:xfrm>
        </p:spPr>
        <p:txBody>
          <a:bodyPr/>
          <a:lstStyle>
            <a:lvl3pPr>
              <a:lnSpc>
                <a:spcPct val="93000"/>
              </a:lnSpc>
              <a:defRPr sz="2000"/>
            </a:lvl3pPr>
          </a:lstStyle>
          <a:p>
            <a:pPr lvl="1"/>
            <a:r>
              <a:rPr lang="en-GB" noProof="0" dirty="0"/>
              <a:t>Click to add text</a:t>
            </a:r>
          </a:p>
        </p:txBody>
      </p:sp>
      <p:cxnSp>
        <p:nvCxnSpPr>
          <p:cNvPr id="61" name="Straight Connector 60"/>
          <p:cNvCxnSpPr>
            <a:cxnSpLocks/>
          </p:cNvCxnSpPr>
          <p:nvPr userDrawn="1"/>
        </p:nvCxnSpPr>
        <p:spPr bwMode="gray">
          <a:xfrm>
            <a:off x="617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cxnSpLocks/>
          </p:cNvCxnSpPr>
          <p:nvPr userDrawn="1"/>
        </p:nvCxnSpPr>
        <p:spPr bwMode="gray">
          <a:xfrm>
            <a:off x="617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64" name="Content Placeholder 2"/>
          <p:cNvSpPr>
            <a:spLocks noGrp="1"/>
          </p:cNvSpPr>
          <p:nvPr>
            <p:ph idx="31" hasCustomPrompt="1"/>
          </p:nvPr>
        </p:nvSpPr>
        <p:spPr bwMode="gray">
          <a:xfrm>
            <a:off x="8939008" y="1757279"/>
            <a:ext cx="2595600" cy="1850400"/>
          </a:xfrm>
        </p:spPr>
        <p:txBody>
          <a:bodyPr/>
          <a:lstStyle>
            <a:lvl3pPr>
              <a:lnSpc>
                <a:spcPct val="93000"/>
              </a:lnSpc>
              <a:defRPr sz="2000"/>
            </a:lvl3pPr>
          </a:lstStyle>
          <a:p>
            <a:pPr lvl="1"/>
            <a:r>
              <a:rPr lang="en-GB" noProof="0" dirty="0"/>
              <a:t>Click to add text</a:t>
            </a:r>
          </a:p>
        </p:txBody>
      </p:sp>
      <p:sp>
        <p:nvSpPr>
          <p:cNvPr id="66" name="Content Placeholder 2"/>
          <p:cNvSpPr>
            <a:spLocks noGrp="1"/>
          </p:cNvSpPr>
          <p:nvPr>
            <p:ph idx="33" hasCustomPrompt="1"/>
          </p:nvPr>
        </p:nvSpPr>
        <p:spPr bwMode="gray">
          <a:xfrm>
            <a:off x="8939008" y="4346776"/>
            <a:ext cx="2595600" cy="1850400"/>
          </a:xfrm>
        </p:spPr>
        <p:txBody>
          <a:bodyPr/>
          <a:lstStyle>
            <a:lvl3pPr>
              <a:lnSpc>
                <a:spcPct val="93000"/>
              </a:lnSpc>
              <a:defRPr sz="2000"/>
            </a:lvl3pPr>
          </a:lstStyle>
          <a:p>
            <a:pPr lvl="1"/>
            <a:r>
              <a:rPr lang="en-GB" noProof="0" dirty="0"/>
              <a:t>Click to add text</a:t>
            </a:r>
          </a:p>
        </p:txBody>
      </p:sp>
      <p:cxnSp>
        <p:nvCxnSpPr>
          <p:cNvPr id="67" name="Straight Connector 66"/>
          <p:cNvCxnSpPr>
            <a:cxnSpLocks/>
          </p:cNvCxnSpPr>
          <p:nvPr userDrawn="1"/>
        </p:nvCxnSpPr>
        <p:spPr bwMode="gray">
          <a:xfrm>
            <a:off x="893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a:cxnSpLocks/>
          </p:cNvCxnSpPr>
          <p:nvPr userDrawn="1"/>
        </p:nvCxnSpPr>
        <p:spPr bwMode="gray">
          <a:xfrm>
            <a:off x="893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35"/>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1B454FB8-4E07-44C0-BE34-38DF9804AF97}"/>
              </a:ext>
            </a:extLst>
          </p:cNvPr>
          <p:cNvSpPr>
            <a:spLocks noGrp="1"/>
          </p:cNvSpPr>
          <p:nvPr>
            <p:ph type="ftr" sz="quarter" idx="36"/>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4D232792-6D79-4486-8E98-62F78FA268D5}"/>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30" name="Content Placeholder 2">
            <a:extLst>
              <a:ext uri="{FF2B5EF4-FFF2-40B4-BE49-F238E27FC236}">
                <a16:creationId xmlns:a16="http://schemas.microsoft.com/office/drawing/2014/main" id="{FA008AD3-EEEE-4C37-9E2F-0052AAA9F58E}"/>
              </a:ext>
            </a:extLst>
          </p:cNvPr>
          <p:cNvSpPr>
            <a:spLocks noGrp="1"/>
          </p:cNvSpPr>
          <p:nvPr>
            <p:ph idx="37" hasCustomPrompt="1"/>
          </p:nvPr>
        </p:nvSpPr>
        <p:spPr bwMode="gray">
          <a:xfrm>
            <a:off x="3419008" y="1757279"/>
            <a:ext cx="2595600" cy="1850400"/>
          </a:xfrm>
        </p:spPr>
        <p:txBody>
          <a:bodyPr/>
          <a:lstStyle>
            <a:lvl3pPr>
              <a:lnSpc>
                <a:spcPct val="93000"/>
              </a:lnSpc>
              <a:defRPr sz="2000"/>
            </a:lvl3pPr>
          </a:lstStyle>
          <a:p>
            <a:pPr lvl="1"/>
            <a:r>
              <a:rPr lang="en-GB" noProof="0"/>
              <a:t>Click to </a:t>
            </a:r>
            <a:r>
              <a:rPr lang="en-GB" noProof="0" dirty="0"/>
              <a:t>add text</a:t>
            </a:r>
          </a:p>
        </p:txBody>
      </p:sp>
      <p:sp>
        <p:nvSpPr>
          <p:cNvPr id="41" name="Text Placeholder 40">
            <a:extLst>
              <a:ext uri="{FF2B5EF4-FFF2-40B4-BE49-F238E27FC236}">
                <a16:creationId xmlns:a16="http://schemas.microsoft.com/office/drawing/2014/main" id="{2374A518-3CFE-403E-8757-65866F7F06F4}"/>
              </a:ext>
            </a:extLst>
          </p:cNvPr>
          <p:cNvSpPr>
            <a:spLocks noGrp="1"/>
          </p:cNvSpPr>
          <p:nvPr>
            <p:ph type="body" sz="quarter" idx="38" hasCustomPrompt="1"/>
          </p:nvPr>
        </p:nvSpPr>
        <p:spPr bwMode="auto">
          <a:xfrm>
            <a:off x="65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3" name="Text Placeholder 42">
            <a:extLst>
              <a:ext uri="{FF2B5EF4-FFF2-40B4-BE49-F238E27FC236}">
                <a16:creationId xmlns:a16="http://schemas.microsoft.com/office/drawing/2014/main" id="{E2D6F2AC-3548-4A63-AD15-AC2461290B66}"/>
              </a:ext>
            </a:extLst>
          </p:cNvPr>
          <p:cNvSpPr>
            <a:spLocks noGrp="1"/>
          </p:cNvSpPr>
          <p:nvPr>
            <p:ph type="body" sz="quarter" idx="39" hasCustomPrompt="1"/>
          </p:nvPr>
        </p:nvSpPr>
        <p:spPr bwMode="auto">
          <a:xfrm>
            <a:off x="341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4" name="Text Placeholder 43">
            <a:extLst>
              <a:ext uri="{FF2B5EF4-FFF2-40B4-BE49-F238E27FC236}">
                <a16:creationId xmlns:a16="http://schemas.microsoft.com/office/drawing/2014/main" id="{DB547CC5-46DB-4BAF-B4F1-7DDE8AD9140D}"/>
              </a:ext>
            </a:extLst>
          </p:cNvPr>
          <p:cNvSpPr>
            <a:spLocks noGrp="1"/>
          </p:cNvSpPr>
          <p:nvPr>
            <p:ph type="body" sz="quarter" idx="40" hasCustomPrompt="1"/>
          </p:nvPr>
        </p:nvSpPr>
        <p:spPr bwMode="auto">
          <a:xfrm>
            <a:off x="617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5" name="Text Placeholder 44">
            <a:extLst>
              <a:ext uri="{FF2B5EF4-FFF2-40B4-BE49-F238E27FC236}">
                <a16:creationId xmlns:a16="http://schemas.microsoft.com/office/drawing/2014/main" id="{E346AFA3-0D72-4528-82A5-83901F39792B}"/>
              </a:ext>
            </a:extLst>
          </p:cNvPr>
          <p:cNvSpPr>
            <a:spLocks noGrp="1"/>
          </p:cNvSpPr>
          <p:nvPr>
            <p:ph type="body" sz="quarter" idx="41" hasCustomPrompt="1"/>
          </p:nvPr>
        </p:nvSpPr>
        <p:spPr bwMode="auto">
          <a:xfrm>
            <a:off x="893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9" name="Text Placeholder 48">
            <a:extLst>
              <a:ext uri="{FF2B5EF4-FFF2-40B4-BE49-F238E27FC236}">
                <a16:creationId xmlns:a16="http://schemas.microsoft.com/office/drawing/2014/main" id="{1BC9C923-5254-4E6C-A703-623F5EBB1A16}"/>
              </a:ext>
            </a:extLst>
          </p:cNvPr>
          <p:cNvSpPr>
            <a:spLocks noGrp="1"/>
          </p:cNvSpPr>
          <p:nvPr>
            <p:ph type="body" sz="quarter" idx="42" hasCustomPrompt="1"/>
          </p:nvPr>
        </p:nvSpPr>
        <p:spPr bwMode="auto">
          <a:xfrm>
            <a:off x="65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8" name="Text Placeholder 47">
            <a:extLst>
              <a:ext uri="{FF2B5EF4-FFF2-40B4-BE49-F238E27FC236}">
                <a16:creationId xmlns:a16="http://schemas.microsoft.com/office/drawing/2014/main" id="{7A80E218-FD84-4C94-9AAD-0814DF1E6B86}"/>
              </a:ext>
            </a:extLst>
          </p:cNvPr>
          <p:cNvSpPr>
            <a:spLocks noGrp="1"/>
          </p:cNvSpPr>
          <p:nvPr>
            <p:ph type="body" sz="quarter" idx="43" hasCustomPrompt="1"/>
          </p:nvPr>
        </p:nvSpPr>
        <p:spPr bwMode="auto">
          <a:xfrm>
            <a:off x="341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7" name="Text Placeholder 46">
            <a:extLst>
              <a:ext uri="{FF2B5EF4-FFF2-40B4-BE49-F238E27FC236}">
                <a16:creationId xmlns:a16="http://schemas.microsoft.com/office/drawing/2014/main" id="{DFFA4740-F4FF-4619-A019-BC18E73B82E8}"/>
              </a:ext>
            </a:extLst>
          </p:cNvPr>
          <p:cNvSpPr>
            <a:spLocks noGrp="1"/>
          </p:cNvSpPr>
          <p:nvPr>
            <p:ph type="body" sz="quarter" idx="44" hasCustomPrompt="1"/>
          </p:nvPr>
        </p:nvSpPr>
        <p:spPr bwMode="auto">
          <a:xfrm>
            <a:off x="617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6" name="Text Placeholder 45">
            <a:extLst>
              <a:ext uri="{FF2B5EF4-FFF2-40B4-BE49-F238E27FC236}">
                <a16:creationId xmlns:a16="http://schemas.microsoft.com/office/drawing/2014/main" id="{84C6BB93-BD28-40A3-83C8-D7ADD09F55AA}"/>
              </a:ext>
            </a:extLst>
          </p:cNvPr>
          <p:cNvSpPr>
            <a:spLocks noGrp="1"/>
          </p:cNvSpPr>
          <p:nvPr>
            <p:ph type="body" sz="quarter" idx="45" hasCustomPrompt="1"/>
          </p:nvPr>
        </p:nvSpPr>
        <p:spPr bwMode="auto">
          <a:xfrm>
            <a:off x="893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8" name="Group 37">
            <a:extLst>
              <a:ext uri="{FF2B5EF4-FFF2-40B4-BE49-F238E27FC236}">
                <a16:creationId xmlns:a16="http://schemas.microsoft.com/office/drawing/2014/main" id="{8728A0B4-557E-498B-ADDB-F867DB330A2A}"/>
              </a:ext>
            </a:extLst>
          </p:cNvPr>
          <p:cNvGrpSpPr/>
          <p:nvPr userDrawn="1"/>
        </p:nvGrpSpPr>
        <p:grpSpPr>
          <a:xfrm>
            <a:off x="-2368598" y="0"/>
            <a:ext cx="1872000" cy="4379495"/>
            <a:chOff x="-2025698" y="0"/>
            <a:chExt cx="1872000" cy="4379495"/>
          </a:xfrm>
        </p:grpSpPr>
        <p:grpSp>
          <p:nvGrpSpPr>
            <p:cNvPr id="39" name="Group 38">
              <a:extLst>
                <a:ext uri="{FF2B5EF4-FFF2-40B4-BE49-F238E27FC236}">
                  <a16:creationId xmlns:a16="http://schemas.microsoft.com/office/drawing/2014/main" id="{2A193CEB-0FDA-42A3-A9E1-E4E4E2A680C6}"/>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8E5E1E6D-FA2D-4A01-8EB2-CC9CC0C8B7CC}"/>
                  </a:ext>
                </a:extLst>
              </p:cNvPr>
              <p:cNvGrpSpPr/>
              <p:nvPr userDrawn="1"/>
            </p:nvGrpSpPr>
            <p:grpSpPr>
              <a:xfrm>
                <a:off x="-2025698" y="0"/>
                <a:ext cx="1872000" cy="4379495"/>
                <a:chOff x="-2025698" y="0"/>
                <a:chExt cx="1872000" cy="4379495"/>
              </a:xfrm>
            </p:grpSpPr>
            <p:grpSp>
              <p:nvGrpSpPr>
                <p:cNvPr id="51" name="Group 50">
                  <a:extLst>
                    <a:ext uri="{FF2B5EF4-FFF2-40B4-BE49-F238E27FC236}">
                      <a16:creationId xmlns:a16="http://schemas.microsoft.com/office/drawing/2014/main" id="{58BAAC05-8869-4094-A464-1F959E554D30}"/>
                    </a:ext>
                  </a:extLst>
                </p:cNvPr>
                <p:cNvGrpSpPr/>
                <p:nvPr/>
              </p:nvGrpSpPr>
              <p:grpSpPr>
                <a:xfrm>
                  <a:off x="-2025698" y="0"/>
                  <a:ext cx="1872000" cy="4379495"/>
                  <a:chOff x="-2025698" y="0"/>
                  <a:chExt cx="1872000" cy="4379495"/>
                </a:xfrm>
              </p:grpSpPr>
              <p:sp>
                <p:nvSpPr>
                  <p:cNvPr id="53" name="Rectangle 104">
                    <a:extLst>
                      <a:ext uri="{FF2B5EF4-FFF2-40B4-BE49-F238E27FC236}">
                        <a16:creationId xmlns:a16="http://schemas.microsoft.com/office/drawing/2014/main" id="{1F0E644D-7A3F-4867-A0C8-2CF313ADD23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57" name="Rectangle 113">
                    <a:extLst>
                      <a:ext uri="{FF2B5EF4-FFF2-40B4-BE49-F238E27FC236}">
                        <a16:creationId xmlns:a16="http://schemas.microsoft.com/office/drawing/2014/main" id="{E1686A34-76A5-4CC4-A2EF-E6864C984F7D}"/>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52" name="Rectangle 106">
                  <a:extLst>
                    <a:ext uri="{FF2B5EF4-FFF2-40B4-BE49-F238E27FC236}">
                      <a16:creationId xmlns:a16="http://schemas.microsoft.com/office/drawing/2014/main" id="{58D81DBC-E094-4C29-832D-AFBD8FF1EC2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50" name="Picture 49">
                <a:extLst>
                  <a:ext uri="{FF2B5EF4-FFF2-40B4-BE49-F238E27FC236}">
                    <a16:creationId xmlns:a16="http://schemas.microsoft.com/office/drawing/2014/main" id="{B339027D-2FD5-4DF5-8913-0CB7A965979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40" name="Rectangle 39">
              <a:extLst>
                <a:ext uri="{FF2B5EF4-FFF2-40B4-BE49-F238E27FC236}">
                  <a16:creationId xmlns:a16="http://schemas.microsoft.com/office/drawing/2014/main" id="{53AFB8FD-7646-4B94-A086-59CFA47F6B4E}"/>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043098956"/>
      </p:ext>
    </p:extLst>
  </p:cSld>
  <p:clrMapOvr>
    <a:masterClrMapping/>
  </p:clrMapOvr>
  <p:extLst>
    <p:ext uri="{DCECCB84-F9BA-43D5-87BE-67443E8EF086}">
      <p15:sldGuideLst xmlns:p15="http://schemas.microsoft.com/office/powerpoint/2012/main">
        <p15:guide id="2" pos="2154" userDrawn="1">
          <p15:clr>
            <a:srgbClr val="FBAE40"/>
          </p15:clr>
        </p15:guide>
        <p15:guide id="4" pos="5526" userDrawn="1">
          <p15:clr>
            <a:srgbClr val="FBAE40"/>
          </p15:clr>
        </p15:guide>
        <p15:guide id="5" pos="3893" userDrawn="1">
          <p15:clr>
            <a:srgbClr val="FBAE40"/>
          </p15:clr>
        </p15:guide>
        <p15:guide id="6" pos="2049" userDrawn="1">
          <p15:clr>
            <a:srgbClr val="FBAE40"/>
          </p15:clr>
        </p15:guide>
        <p15:guide id="7" pos="3788" userDrawn="1">
          <p15:clr>
            <a:srgbClr val="FBAE40"/>
          </p15:clr>
        </p15:guide>
        <p15:guide id="8" pos="5630" userDrawn="1">
          <p15:clr>
            <a:srgbClr val="FBAE40"/>
          </p15:clr>
        </p15:guide>
        <p15:guide id="9" orient="horz" pos="2274" userDrawn="1">
          <p15:clr>
            <a:srgbClr val="FBAE40"/>
          </p15:clr>
        </p15:guide>
        <p15:guide id="10" orient="horz" pos="2442"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with picture lef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4132351" y="1141197"/>
            <a:ext cx="7408800" cy="5058000"/>
          </a:xfrm>
        </p:spPr>
        <p:txBody>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Slide Number Placeholder 6"/>
          <p:cNvSpPr>
            <a:spLocks noGrp="1"/>
          </p:cNvSpPr>
          <p:nvPr>
            <p:ph type="sldNum" sz="quarter" idx="18"/>
          </p:nvPr>
        </p:nvSpPr>
        <p:spPr/>
        <p:txBody>
          <a:bodyPr/>
          <a:lstStyle/>
          <a:p>
            <a:fld id="{DDD2A080-DA64-4F5C-9131-47EB793B4410}" type="slidenum">
              <a:rPr lang="en-GB" noProof="0" smtClean="0"/>
              <a:pPr/>
              <a:t>‹#›</a:t>
            </a:fld>
            <a:endParaRPr lang="en-GB" noProof="0" dirty="0"/>
          </a:p>
        </p:txBody>
      </p:sp>
      <p:sp>
        <p:nvSpPr>
          <p:cNvPr id="4" name="Footer Placeholder 3">
            <a:extLst>
              <a:ext uri="{FF2B5EF4-FFF2-40B4-BE49-F238E27FC236}">
                <a16:creationId xmlns:a16="http://schemas.microsoft.com/office/drawing/2014/main" id="{69721082-1C36-4141-A651-B895B6B12B1D}"/>
              </a:ext>
            </a:extLst>
          </p:cNvPr>
          <p:cNvSpPr>
            <a:spLocks noGrp="1"/>
          </p:cNvSpPr>
          <p:nvPr>
            <p:ph type="ftr" sz="quarter" idx="19"/>
          </p:nvPr>
        </p:nvSpPr>
        <p:spPr>
          <a:xfrm>
            <a:off x="4132351" y="6403940"/>
            <a:ext cx="6735600" cy="187200"/>
          </a:xfrm>
        </p:spPr>
        <p:txBody>
          <a:bodyPr/>
          <a:lstStyle>
            <a:lvl1pPr>
              <a:defRPr/>
            </a:lvl1pPr>
          </a:lstStyle>
          <a:p>
            <a:endParaRPr lang="en-GB" noProof="0"/>
          </a:p>
        </p:txBody>
      </p:sp>
      <p:sp>
        <p:nvSpPr>
          <p:cNvPr id="11" name="Picture Placeholder 10">
            <a:extLst>
              <a:ext uri="{FF2B5EF4-FFF2-40B4-BE49-F238E27FC236}">
                <a16:creationId xmlns:a16="http://schemas.microsoft.com/office/drawing/2014/main" id="{79B6E422-2155-42E8-BFE3-08BC36F1C07B}"/>
              </a:ext>
            </a:extLst>
          </p:cNvPr>
          <p:cNvSpPr>
            <a:spLocks noGrp="1"/>
          </p:cNvSpPr>
          <p:nvPr>
            <p:ph type="pic" sz="quarter" idx="20"/>
          </p:nvPr>
        </p:nvSpPr>
        <p:spPr bwMode="gray">
          <a:xfrm>
            <a:off x="0" y="0"/>
            <a:ext cx="3776522" cy="6858000"/>
          </a:xfrm>
          <a:custGeom>
            <a:avLst/>
            <a:gdLst>
              <a:gd name="connsiteX0" fmla="*/ 0 w 3776522"/>
              <a:gd name="connsiteY0" fmla="*/ 0 h 6858000"/>
              <a:gd name="connsiteX1" fmla="*/ 2833094 w 3776522"/>
              <a:gd name="connsiteY1" fmla="*/ 0 h 6858000"/>
              <a:gd name="connsiteX2" fmla="*/ 3586031 w 3776522"/>
              <a:gd name="connsiteY2" fmla="*/ 0 h 6858000"/>
              <a:gd name="connsiteX3" fmla="*/ 3776522 w 3776522"/>
              <a:gd name="connsiteY3" fmla="*/ 0 h 6858000"/>
              <a:gd name="connsiteX4" fmla="*/ 3776522 w 3776522"/>
              <a:gd name="connsiteY4" fmla="*/ 190493 h 6858000"/>
              <a:gd name="connsiteX5" fmla="*/ 3776522 w 3776522"/>
              <a:gd name="connsiteY5" fmla="*/ 972457 h 6858000"/>
              <a:gd name="connsiteX6" fmla="*/ 3776522 w 3776522"/>
              <a:gd name="connsiteY6" fmla="*/ 6667507 h 6858000"/>
              <a:gd name="connsiteX7" fmla="*/ 3586029 w 3776522"/>
              <a:gd name="connsiteY7" fmla="*/ 6858000 h 6858000"/>
              <a:gd name="connsiteX8" fmla="*/ 0 w 377652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6522" h="6858000">
                <a:moveTo>
                  <a:pt x="0" y="0"/>
                </a:moveTo>
                <a:lnTo>
                  <a:pt x="2833094" y="0"/>
                </a:lnTo>
                <a:lnTo>
                  <a:pt x="3586031" y="0"/>
                </a:lnTo>
                <a:lnTo>
                  <a:pt x="3776522" y="0"/>
                </a:lnTo>
                <a:lnTo>
                  <a:pt x="3776522" y="190493"/>
                </a:lnTo>
                <a:lnTo>
                  <a:pt x="3776522" y="972457"/>
                </a:lnTo>
                <a:lnTo>
                  <a:pt x="3776522" y="6667507"/>
                </a:lnTo>
                <a:cubicBezTo>
                  <a:pt x="3776522" y="6772713"/>
                  <a:pt x="3691235" y="6858000"/>
                  <a:pt x="3586029" y="6858000"/>
                </a:cubicBezTo>
                <a:lnTo>
                  <a:pt x="0" y="6858000"/>
                </a:lnTo>
                <a:close/>
              </a:path>
            </a:pathLst>
          </a:custGeom>
          <a:solidFill>
            <a:schemeClr val="accent2">
              <a:lumMod val="20000"/>
              <a:lumOff val="80000"/>
              <a:alpha val="10000"/>
            </a:schemeClr>
          </a:solidFill>
        </p:spPr>
        <p:txBody>
          <a:bodyPr wrap="square" lIns="360000" tIns="360000">
            <a:noAutofit/>
          </a:bodyPr>
          <a:lstStyle>
            <a:lvl1pPr algn="ctr">
              <a:defRPr sz="1400" b="0"/>
            </a:lvl1pPr>
          </a:lstStyle>
          <a:p>
            <a:r>
              <a:rPr lang="en-US" noProof="0"/>
              <a:t>Click icon to add picture</a:t>
            </a:r>
            <a:endParaRPr lang="en-GB" noProof="0" dirty="0"/>
          </a:p>
        </p:txBody>
      </p:sp>
      <p:sp>
        <p:nvSpPr>
          <p:cNvPr id="6" name="Title 5">
            <a:extLst>
              <a:ext uri="{FF2B5EF4-FFF2-40B4-BE49-F238E27FC236}">
                <a16:creationId xmlns:a16="http://schemas.microsoft.com/office/drawing/2014/main" id="{0F2CEA00-4110-4385-955A-FA7F3C521921}"/>
              </a:ext>
            </a:extLst>
          </p:cNvPr>
          <p:cNvSpPr>
            <a:spLocks noGrp="1"/>
          </p:cNvSpPr>
          <p:nvPr>
            <p:ph type="title"/>
          </p:nvPr>
        </p:nvSpPr>
        <p:spPr>
          <a:xfrm>
            <a:off x="4130816" y="325235"/>
            <a:ext cx="7408800" cy="817244"/>
          </a:xfrm>
        </p:spPr>
        <p:txBody>
          <a:bodyPr/>
          <a:lstStyle/>
          <a:p>
            <a:r>
              <a:rPr lang="en-US"/>
              <a:t>Click to edit Master title style</a:t>
            </a:r>
            <a:endParaRPr lang="en-GB"/>
          </a:p>
        </p:txBody>
      </p:sp>
      <p:sp>
        <p:nvSpPr>
          <p:cNvPr id="8" name="TextBox 7">
            <a:extLst>
              <a:ext uri="{FF2B5EF4-FFF2-40B4-BE49-F238E27FC236}">
                <a16:creationId xmlns:a16="http://schemas.microsoft.com/office/drawing/2014/main" id="{B7E79D5C-9F49-4A5A-A43B-66D4F6A4A90E}"/>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3866622124"/>
      </p:ext>
    </p:extLst>
  </p:cSld>
  <p:clrMapOvr>
    <a:masterClrMapping/>
  </p:clrMapOvr>
  <p:extLst>
    <p:ext uri="{DCECCB84-F9BA-43D5-87BE-67443E8EF086}">
      <p15:sldGuideLst xmlns:p15="http://schemas.microsoft.com/office/powerpoint/2012/main">
        <p15:guide id="1" pos="2854" userDrawn="1">
          <p15:clr>
            <a:srgbClr val="FBAE40"/>
          </p15:clr>
        </p15:guide>
        <p15:guide id="2" pos="261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with picture righ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141197"/>
            <a:ext cx="7408800" cy="5058000"/>
          </a:xfrm>
        </p:spPr>
        <p:txBody>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Slide Number Placeholder 6"/>
          <p:cNvSpPr>
            <a:spLocks noGrp="1"/>
          </p:cNvSpPr>
          <p:nvPr>
            <p:ph type="sldNum" sz="quarter" idx="18"/>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AA5054A0-E192-4F99-A693-339ACAA17B2F}"/>
              </a:ext>
            </a:extLst>
          </p:cNvPr>
          <p:cNvSpPr>
            <a:spLocks noGrp="1"/>
          </p:cNvSpPr>
          <p:nvPr>
            <p:ph type="ftr" sz="quarter" idx="19"/>
          </p:nvPr>
        </p:nvSpPr>
        <p:spPr>
          <a:xfrm>
            <a:off x="659007" y="6403940"/>
            <a:ext cx="7408800" cy="187200"/>
          </a:xfrm>
        </p:spPr>
        <p:txBody>
          <a:bodyPr/>
          <a:lstStyle>
            <a:lvl1pPr>
              <a:defRPr/>
            </a:lvl1pPr>
          </a:lstStyle>
          <a:p>
            <a:endParaRPr lang="en-GB" noProof="0"/>
          </a:p>
        </p:txBody>
      </p:sp>
      <p:sp>
        <p:nvSpPr>
          <p:cNvPr id="8" name="Picture Placeholder 7">
            <a:extLst>
              <a:ext uri="{FF2B5EF4-FFF2-40B4-BE49-F238E27FC236}">
                <a16:creationId xmlns:a16="http://schemas.microsoft.com/office/drawing/2014/main" id="{3B27D531-83D7-4CCD-88E0-45B29AB76894}"/>
              </a:ext>
            </a:extLst>
          </p:cNvPr>
          <p:cNvSpPr>
            <a:spLocks noGrp="1"/>
          </p:cNvSpPr>
          <p:nvPr>
            <p:ph type="pic" sz="quarter" idx="20"/>
          </p:nvPr>
        </p:nvSpPr>
        <p:spPr bwMode="gray">
          <a:xfrm>
            <a:off x="8415481" y="0"/>
            <a:ext cx="3776519" cy="6857999"/>
          </a:xfrm>
          <a:custGeom>
            <a:avLst/>
            <a:gdLst>
              <a:gd name="connsiteX0" fmla="*/ 0 w 3776519"/>
              <a:gd name="connsiteY0" fmla="*/ 0 h 6857999"/>
              <a:gd name="connsiteX1" fmla="*/ 190493 w 3776519"/>
              <a:gd name="connsiteY1" fmla="*/ 0 h 6857999"/>
              <a:gd name="connsiteX2" fmla="*/ 943428 w 3776519"/>
              <a:gd name="connsiteY2" fmla="*/ 0 h 6857999"/>
              <a:gd name="connsiteX3" fmla="*/ 3776519 w 3776519"/>
              <a:gd name="connsiteY3" fmla="*/ 0 h 6857999"/>
              <a:gd name="connsiteX4" fmla="*/ 3776519 w 3776519"/>
              <a:gd name="connsiteY4" fmla="*/ 6857999 h 6857999"/>
              <a:gd name="connsiteX5" fmla="*/ 190491 w 3776519"/>
              <a:gd name="connsiteY5" fmla="*/ 6857999 h 6857999"/>
              <a:gd name="connsiteX6" fmla="*/ 116345 w 3776519"/>
              <a:gd name="connsiteY6" fmla="*/ 6843030 h 6857999"/>
              <a:gd name="connsiteX7" fmla="*/ 0 w 3776519"/>
              <a:gd name="connsiteY7" fmla="*/ 6667507 h 6857999"/>
              <a:gd name="connsiteX8" fmla="*/ 0 w 3776519"/>
              <a:gd name="connsiteY8" fmla="*/ 972457 h 6857999"/>
              <a:gd name="connsiteX9" fmla="*/ 0 w 3776519"/>
              <a:gd name="connsiteY9" fmla="*/ 19049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519" h="6857999">
                <a:moveTo>
                  <a:pt x="0" y="0"/>
                </a:moveTo>
                <a:lnTo>
                  <a:pt x="190493" y="0"/>
                </a:lnTo>
                <a:lnTo>
                  <a:pt x="943428" y="0"/>
                </a:lnTo>
                <a:lnTo>
                  <a:pt x="3776519" y="0"/>
                </a:lnTo>
                <a:lnTo>
                  <a:pt x="3776519" y="6857999"/>
                </a:lnTo>
                <a:lnTo>
                  <a:pt x="190491" y="6857999"/>
                </a:lnTo>
                <a:lnTo>
                  <a:pt x="116345" y="6843030"/>
                </a:lnTo>
                <a:cubicBezTo>
                  <a:pt x="47974" y="6814111"/>
                  <a:pt x="0" y="6746411"/>
                  <a:pt x="0" y="6667507"/>
                </a:cubicBezTo>
                <a:lnTo>
                  <a:pt x="0" y="972457"/>
                </a:lnTo>
                <a:lnTo>
                  <a:pt x="0" y="190493"/>
                </a:lnTo>
                <a:close/>
              </a:path>
            </a:pathLst>
          </a:custGeom>
          <a:solidFill>
            <a:schemeClr val="accent2">
              <a:lumMod val="20000"/>
              <a:lumOff val="80000"/>
              <a:alpha val="10000"/>
            </a:schemeClr>
          </a:solidFill>
        </p:spPr>
        <p:txBody>
          <a:bodyPr wrap="square" lIns="360000" tIns="360000">
            <a:noAutofit/>
          </a:bodyPr>
          <a:lstStyle>
            <a:lvl1pPr algn="ctr">
              <a:defRPr sz="1400" b="0"/>
            </a:lvl1pPr>
          </a:lstStyle>
          <a:p>
            <a:r>
              <a:rPr lang="en-US" noProof="0"/>
              <a:t>Click icon to add picture</a:t>
            </a:r>
            <a:endParaRPr lang="en-GB" noProof="0" dirty="0"/>
          </a:p>
        </p:txBody>
      </p:sp>
      <p:sp>
        <p:nvSpPr>
          <p:cNvPr id="4" name="Title 3">
            <a:extLst>
              <a:ext uri="{FF2B5EF4-FFF2-40B4-BE49-F238E27FC236}">
                <a16:creationId xmlns:a16="http://schemas.microsoft.com/office/drawing/2014/main" id="{2096681F-4D74-4A68-905C-7EB88D567772}"/>
              </a:ext>
            </a:extLst>
          </p:cNvPr>
          <p:cNvSpPr>
            <a:spLocks noGrp="1"/>
          </p:cNvSpPr>
          <p:nvPr>
            <p:ph type="title"/>
          </p:nvPr>
        </p:nvSpPr>
        <p:spPr>
          <a:xfrm>
            <a:off x="659008" y="325235"/>
            <a:ext cx="7408800" cy="817244"/>
          </a:xfrm>
        </p:spPr>
        <p:txBody>
          <a:bodyPr/>
          <a:lstStyle/>
          <a:p>
            <a:r>
              <a:rPr lang="en-US"/>
              <a:t>Click to edit Master title style</a:t>
            </a:r>
            <a:endParaRPr lang="en-GB"/>
          </a:p>
        </p:txBody>
      </p:sp>
      <p:sp>
        <p:nvSpPr>
          <p:cNvPr id="9" name="TextBox 8">
            <a:extLst>
              <a:ext uri="{FF2B5EF4-FFF2-40B4-BE49-F238E27FC236}">
                <a16:creationId xmlns:a16="http://schemas.microsoft.com/office/drawing/2014/main" id="{BC2B8245-422A-4C4D-855A-44BA8633C695}"/>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169400526"/>
      </p:ext>
    </p:extLst>
  </p:cSld>
  <p:clrMapOvr>
    <a:masterClrMapping/>
  </p:clrMapOvr>
  <p:extLst>
    <p:ext uri="{DCECCB84-F9BA-43D5-87BE-67443E8EF086}">
      <p15:sldGuideLst xmlns:p15="http://schemas.microsoft.com/office/powerpoint/2012/main">
        <p15:guide id="1" pos="4806" userDrawn="1">
          <p15:clr>
            <a:srgbClr val="FBAE40"/>
          </p15:clr>
        </p15:guide>
        <p15:guide id="2" pos="5322"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0269A3C8-7E1D-4F0C-A143-080FC0A899DA}"/>
              </a:ext>
            </a:extLst>
          </p:cNvPr>
          <p:cNvSpPr>
            <a:spLocks noGrp="1"/>
          </p:cNvSpPr>
          <p:nvPr>
            <p:ph type="pic" sz="quarter" idx="24"/>
          </p:nvPr>
        </p:nvSpPr>
        <p:spPr bwMode="gray">
          <a:xfrm>
            <a:off x="0" y="0"/>
            <a:ext cx="12192000" cy="6858000"/>
          </a:xfrm>
          <a:prstGeom prst="rect">
            <a:avLst/>
          </a:prstGeom>
          <a:solidFill>
            <a:schemeClr val="accent2">
              <a:lumMod val="20000"/>
              <a:lumOff val="80000"/>
              <a:alpha val="10000"/>
            </a:schemeClr>
          </a:solidFill>
        </p:spPr>
        <p:txBody>
          <a:bodyPr wrap="square" lIns="3240000" tIns="36000" rIns="36000" bIns="36000" anchor="ctr" anchorCtr="0">
            <a:noAutofit/>
          </a:bodyPr>
          <a:lstStyle>
            <a:lvl1pPr algn="ctr">
              <a:defRPr sz="1400" b="0"/>
            </a:lvl1pPr>
          </a:lstStyle>
          <a:p>
            <a:r>
              <a:rPr lang="en-US" noProof="0"/>
              <a:t>Click icon to add picture</a:t>
            </a:r>
            <a:endParaRPr lang="en-GB" noProof="0" dirty="0"/>
          </a:p>
        </p:txBody>
      </p:sp>
      <p:sp>
        <p:nvSpPr>
          <p:cNvPr id="4" name="TextBox 3">
            <a:extLst>
              <a:ext uri="{FF2B5EF4-FFF2-40B4-BE49-F238E27FC236}">
                <a16:creationId xmlns:a16="http://schemas.microsoft.com/office/drawing/2014/main" id="{31EDC4DF-20AE-4FC3-AA09-625C1253615C}"/>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
        <p:nvSpPr>
          <p:cNvPr id="3" name="Title 2">
            <a:extLst>
              <a:ext uri="{FF2B5EF4-FFF2-40B4-BE49-F238E27FC236}">
                <a16:creationId xmlns:a16="http://schemas.microsoft.com/office/drawing/2014/main" id="{76ED3F30-0BC7-4F01-8099-A051C8C1458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710659405"/>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9B2A58B-73B0-454D-A72C-09D384778D16}"/>
              </a:ext>
            </a:extLst>
          </p:cNvPr>
          <p:cNvSpPr>
            <a:spLocks noGrp="1"/>
          </p:cNvSpPr>
          <p:nvPr>
            <p:ph type="pic" sz="quarter" idx="22"/>
          </p:nvPr>
        </p:nvSpPr>
        <p:spPr bwMode="gray">
          <a:xfrm>
            <a:off x="0" y="0"/>
            <a:ext cx="12192000" cy="6858000"/>
          </a:xfrm>
          <a:prstGeom prst="rect">
            <a:avLst/>
          </a:prstGeom>
          <a:solidFill>
            <a:schemeClr val="accent2">
              <a:lumMod val="20000"/>
              <a:lumOff val="80000"/>
              <a:alpha val="10000"/>
            </a:schemeClr>
          </a:solidFill>
        </p:spPr>
        <p:txBody>
          <a:bodyPr wrap="square" lIns="3240000" tIns="36000" rIns="36000" bIns="36000" anchor="ctr" anchorCtr="0">
            <a:noAutofit/>
          </a:bodyPr>
          <a:lstStyle>
            <a:lvl1pPr algn="ctr">
              <a:defRPr sz="1400" b="0"/>
            </a:lvl1pPr>
          </a:lstStyle>
          <a:p>
            <a:r>
              <a:rPr lang="en-US" noProof="0"/>
              <a:t>Click icon to add picture</a:t>
            </a:r>
            <a:endParaRPr lang="en-GB" noProof="0"/>
          </a:p>
        </p:txBody>
      </p:sp>
      <p:sp>
        <p:nvSpPr>
          <p:cNvPr id="3" name="TextBox 2">
            <a:extLst>
              <a:ext uri="{FF2B5EF4-FFF2-40B4-BE49-F238E27FC236}">
                <a16:creationId xmlns:a16="http://schemas.microsoft.com/office/drawing/2014/main" id="{C363B51B-329E-4171-8135-727255D5EED2}"/>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21796733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D5D08C9-1C49-4141-ADCC-8BD39F1E15DE}"/>
              </a:ext>
            </a:extLst>
          </p:cNvPr>
          <p:cNvSpPr>
            <a:spLocks noGrp="1"/>
          </p:cNvSpPr>
          <p:nvPr>
            <p:ph type="ftr" sz="quarter" idx="10"/>
          </p:nvPr>
        </p:nvSpPr>
        <p:spPr/>
        <p:txBody>
          <a:bodyPr/>
          <a:lstStyle/>
          <a:p>
            <a:endParaRPr lang="en-GB" noProof="0" dirty="0"/>
          </a:p>
        </p:txBody>
      </p:sp>
      <p:sp>
        <p:nvSpPr>
          <p:cNvPr id="3" name="Slide Number Placeholder 2">
            <a:extLst>
              <a:ext uri="{FF2B5EF4-FFF2-40B4-BE49-F238E27FC236}">
                <a16:creationId xmlns:a16="http://schemas.microsoft.com/office/drawing/2014/main" id="{CFD907F9-1DA2-4332-BCC9-D9AC36FA0279}"/>
              </a:ext>
            </a:extLst>
          </p:cNvPr>
          <p:cNvSpPr>
            <a:spLocks noGrp="1"/>
          </p:cNvSpPr>
          <p:nvPr>
            <p:ph type="sldNum" sz="quarter" idx="11"/>
          </p:nvPr>
        </p:nvSpPr>
        <p:spPr/>
        <p:txBody>
          <a:bodyPr/>
          <a:lstStyle/>
          <a:p>
            <a:fld id="{DDD2A080-DA64-4F5C-9131-47EB793B4410}" type="slidenum">
              <a:rPr lang="en-GB" smtClean="0"/>
              <a:pPr/>
              <a:t>‹#›</a:t>
            </a:fld>
            <a:endParaRPr lang="en-GB" dirty="0"/>
          </a:p>
        </p:txBody>
      </p:sp>
    </p:spTree>
    <p:extLst>
      <p:ext uri="{BB962C8B-B14F-4D97-AF65-F5344CB8AC3E}">
        <p14:creationId xmlns:p14="http://schemas.microsoft.com/office/powerpoint/2010/main" val="30003355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C1A76-6EF0-4DC5-A4D5-F9BEAB78950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159A4530-FBD9-440F-BBFD-95808FC1843B}"/>
              </a:ext>
            </a:extLst>
          </p:cNvPr>
          <p:cNvSpPr>
            <a:spLocks noGrp="1"/>
          </p:cNvSpPr>
          <p:nvPr>
            <p:ph type="ftr" sz="quarter" idx="10"/>
          </p:nvPr>
        </p:nvSpPr>
        <p:spPr/>
        <p:txBody>
          <a:bodyPr/>
          <a:lstStyle/>
          <a:p>
            <a:endParaRPr lang="en-GB" noProof="0" dirty="0"/>
          </a:p>
        </p:txBody>
      </p:sp>
      <p:sp>
        <p:nvSpPr>
          <p:cNvPr id="7" name="Slide Number Placeholder 6">
            <a:extLst>
              <a:ext uri="{FF2B5EF4-FFF2-40B4-BE49-F238E27FC236}">
                <a16:creationId xmlns:a16="http://schemas.microsoft.com/office/drawing/2014/main" id="{FE00CEF8-3A7B-46C7-BCB8-DC90F3B084EA}"/>
              </a:ext>
            </a:extLst>
          </p:cNvPr>
          <p:cNvSpPr>
            <a:spLocks noGrp="1"/>
          </p:cNvSpPr>
          <p:nvPr>
            <p:ph type="sldNum" sz="quarter" idx="11"/>
          </p:nvPr>
        </p:nvSpPr>
        <p:spPr/>
        <p:txBody>
          <a:bodyPr/>
          <a:lstStyle/>
          <a:p>
            <a:fld id="{DDD2A080-DA64-4F5C-9131-47EB793B4410}" type="slidenum">
              <a:rPr lang="en-GB" smtClean="0"/>
              <a:pPr/>
              <a:t>‹#›</a:t>
            </a:fld>
            <a:endParaRPr lang="en-GB" dirty="0"/>
          </a:p>
        </p:txBody>
      </p:sp>
    </p:spTree>
    <p:extLst>
      <p:ext uri="{BB962C8B-B14F-4D97-AF65-F5344CB8AC3E}">
        <p14:creationId xmlns:p14="http://schemas.microsoft.com/office/powerpoint/2010/main" val="11384169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ocial slide">
    <p:spTree>
      <p:nvGrpSpPr>
        <p:cNvPr id="1" name=""/>
        <p:cNvGrpSpPr/>
        <p:nvPr/>
      </p:nvGrpSpPr>
      <p:grpSpPr>
        <a:xfrm>
          <a:off x="0" y="0"/>
          <a:ext cx="0" cy="0"/>
          <a:chOff x="0" y="0"/>
          <a:chExt cx="0" cy="0"/>
        </a:xfrm>
      </p:grpSpPr>
      <p:sp>
        <p:nvSpPr>
          <p:cNvPr id="5" name="Title 1"/>
          <p:cNvSpPr>
            <a:spLocks noGrp="1"/>
          </p:cNvSpPr>
          <p:nvPr>
            <p:ph type="ctrTitle" hasCustomPrompt="1"/>
          </p:nvPr>
        </p:nvSpPr>
        <p:spPr bwMode="gray">
          <a:xfrm>
            <a:off x="658800" y="2448000"/>
            <a:ext cx="5718802" cy="739574"/>
          </a:xfrm>
          <a:prstGeom prst="roundRect">
            <a:avLst>
              <a:gd name="adj" fmla="val 13738"/>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GB" noProof="0"/>
              <a:t>Click to add end slide text</a:t>
            </a:r>
            <a:endParaRPr lang="en-GB" noProof="0" dirty="0"/>
          </a:p>
        </p:txBody>
      </p:sp>
      <p:sp>
        <p:nvSpPr>
          <p:cNvPr id="14" name="Text Placeholder 6">
            <a:extLst>
              <a:ext uri="{FF2B5EF4-FFF2-40B4-BE49-F238E27FC236}">
                <a16:creationId xmlns:a16="http://schemas.microsoft.com/office/drawing/2014/main" id="{D748EB5D-B214-4B5B-A2B5-C76DF18F1413}"/>
              </a:ext>
            </a:extLst>
          </p:cNvPr>
          <p:cNvSpPr>
            <a:spLocks noGrp="1"/>
          </p:cNvSpPr>
          <p:nvPr>
            <p:ph type="body" sz="quarter" idx="12" hasCustomPrompt="1"/>
          </p:nvPr>
        </p:nvSpPr>
        <p:spPr bwMode="gray">
          <a:xfrm>
            <a:off x="990000" y="3265686"/>
            <a:ext cx="6740729" cy="732995"/>
          </a:xfrm>
          <a:prstGeom prst="roundRect">
            <a:avLst>
              <a:gd name="adj" fmla="val 13861"/>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text or remove bar</a:t>
            </a:r>
          </a:p>
        </p:txBody>
      </p:sp>
      <p:grpSp>
        <p:nvGrpSpPr>
          <p:cNvPr id="4" name="Group 3">
            <a:extLst>
              <a:ext uri="{FF2B5EF4-FFF2-40B4-BE49-F238E27FC236}">
                <a16:creationId xmlns:a16="http://schemas.microsoft.com/office/drawing/2014/main" id="{5C217692-FCD5-4C31-A415-C119C5E1A626}"/>
              </a:ext>
            </a:extLst>
          </p:cNvPr>
          <p:cNvGrpSpPr/>
          <p:nvPr userDrawn="1"/>
        </p:nvGrpSpPr>
        <p:grpSpPr>
          <a:xfrm>
            <a:off x="7512748" y="5676946"/>
            <a:ext cx="2088000" cy="361904"/>
            <a:chOff x="5417448" y="5163514"/>
            <a:chExt cx="2088000" cy="361904"/>
          </a:xfrm>
        </p:grpSpPr>
        <p:sp>
          <p:nvSpPr>
            <p:cNvPr id="6" name="Freeform 56">
              <a:extLst>
                <a:ext uri="{FF2B5EF4-FFF2-40B4-BE49-F238E27FC236}">
                  <a16:creationId xmlns:a16="http://schemas.microsoft.com/office/drawing/2014/main" id="{ACE0C8AD-1313-4FF6-A4F0-ECF91B1BB960}"/>
                </a:ext>
              </a:extLst>
            </p:cNvPr>
            <p:cNvSpPr>
              <a:spLocks/>
            </p:cNvSpPr>
            <p:nvPr/>
          </p:nvSpPr>
          <p:spPr bwMode="auto">
            <a:xfrm>
              <a:off x="5417448"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7" name="Picture 6">
              <a:extLst>
                <a:ext uri="{FF2B5EF4-FFF2-40B4-BE49-F238E27FC236}">
                  <a16:creationId xmlns:a16="http://schemas.microsoft.com/office/drawing/2014/main" id="{48C48F1A-BD25-4C43-962F-8C59FF7C5A23}"/>
                </a:ext>
              </a:extLst>
            </p:cNvPr>
            <p:cNvPicPr>
              <a:picLocks noChangeAspect="1"/>
            </p:cNvPicPr>
            <p:nvPr/>
          </p:nvPicPr>
          <p:blipFill rotWithShape="1">
            <a:blip r:embed="rId2">
              <a:extLst>
                <a:ext uri="{28A0092B-C50C-407E-A947-70E740481C1C}">
                  <a14:useLocalDpi xmlns:a14="http://schemas.microsoft.com/office/drawing/2010/main" val="0"/>
                </a:ext>
              </a:extLst>
            </a:blip>
            <a:srcRect l="11779" t="11779" r="13616" b="13616"/>
            <a:stretch/>
          </p:blipFill>
          <p:spPr>
            <a:xfrm>
              <a:off x="5460206" y="5205919"/>
              <a:ext cx="268576" cy="268576"/>
            </a:xfrm>
            <a:prstGeom prst="rect">
              <a:avLst/>
            </a:prstGeom>
            <a:solidFill>
              <a:srgbClr val="A8A8A8"/>
            </a:solidFill>
          </p:spPr>
        </p:pic>
        <p:sp>
          <p:nvSpPr>
            <p:cNvPr id="8" name="TextBox 7">
              <a:hlinkClick r:id="rId3"/>
              <a:extLst>
                <a:ext uri="{FF2B5EF4-FFF2-40B4-BE49-F238E27FC236}">
                  <a16:creationId xmlns:a16="http://schemas.microsoft.com/office/drawing/2014/main" id="{F64A3F4E-1604-4BFC-B2A3-ACB3E24BC557}"/>
                </a:ext>
              </a:extLst>
            </p:cNvPr>
            <p:cNvSpPr txBox="1"/>
            <p:nvPr/>
          </p:nvSpPr>
          <p:spPr>
            <a:xfrm>
              <a:off x="5417448"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a:t>SlideShare.net/ING</a:t>
              </a:r>
            </a:p>
          </p:txBody>
        </p:sp>
      </p:grpSp>
      <p:grpSp>
        <p:nvGrpSpPr>
          <p:cNvPr id="9" name="Group 8">
            <a:extLst>
              <a:ext uri="{FF2B5EF4-FFF2-40B4-BE49-F238E27FC236}">
                <a16:creationId xmlns:a16="http://schemas.microsoft.com/office/drawing/2014/main" id="{365DAE37-0F48-46EF-8B48-470E6816D6FD}"/>
              </a:ext>
            </a:extLst>
          </p:cNvPr>
          <p:cNvGrpSpPr/>
          <p:nvPr userDrawn="1"/>
        </p:nvGrpSpPr>
        <p:grpSpPr>
          <a:xfrm>
            <a:off x="2942261" y="5163514"/>
            <a:ext cx="2091962" cy="361904"/>
            <a:chOff x="805662" y="5163514"/>
            <a:chExt cx="2091962" cy="361904"/>
          </a:xfrm>
        </p:grpSpPr>
        <p:sp>
          <p:nvSpPr>
            <p:cNvPr id="10" name="Freeform 60">
              <a:extLst>
                <a:ext uri="{FF2B5EF4-FFF2-40B4-BE49-F238E27FC236}">
                  <a16:creationId xmlns:a16="http://schemas.microsoft.com/office/drawing/2014/main" id="{A5659301-77BB-4823-A8BD-8ACC5902025B}"/>
                </a:ext>
              </a:extLst>
            </p:cNvPr>
            <p:cNvSpPr>
              <a:spLocks/>
            </p:cNvSpPr>
            <p:nvPr/>
          </p:nvSpPr>
          <p:spPr bwMode="auto">
            <a:xfrm>
              <a:off x="805662"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11" name="TextBox 10">
              <a:hlinkClick r:id="rId4"/>
              <a:extLst>
                <a:ext uri="{FF2B5EF4-FFF2-40B4-BE49-F238E27FC236}">
                  <a16:creationId xmlns:a16="http://schemas.microsoft.com/office/drawing/2014/main" id="{6571F6A8-FF5C-43BD-8CAF-266D46693275}"/>
                </a:ext>
              </a:extLst>
            </p:cNvPr>
            <p:cNvSpPr txBox="1"/>
            <p:nvPr/>
          </p:nvSpPr>
          <p:spPr>
            <a:xfrm>
              <a:off x="809624"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dirty="0"/>
                <a:t>@</a:t>
              </a:r>
              <a:r>
                <a:rPr lang="en-GB" sz="1000" dirty="0" err="1"/>
                <a:t>ING_News</a:t>
              </a:r>
              <a:endParaRPr lang="en-GB" sz="1000" dirty="0"/>
            </a:p>
          </p:txBody>
        </p:sp>
        <p:pic>
          <p:nvPicPr>
            <p:cNvPr id="12" name="Picture 11">
              <a:extLst>
                <a:ext uri="{FF2B5EF4-FFF2-40B4-BE49-F238E27FC236}">
                  <a16:creationId xmlns:a16="http://schemas.microsoft.com/office/drawing/2014/main" id="{C5EB6EC5-7511-4012-80E4-12E1BA2110E7}"/>
                </a:ext>
              </a:extLst>
            </p:cNvPr>
            <p:cNvPicPr>
              <a:picLocks noChangeAspect="1"/>
            </p:cNvPicPr>
            <p:nvPr/>
          </p:nvPicPr>
          <p:blipFill rotWithShape="1">
            <a:blip r:embed="rId5">
              <a:extLst>
                <a:ext uri="{28A0092B-C50C-407E-A947-70E740481C1C}">
                  <a14:useLocalDpi xmlns:a14="http://schemas.microsoft.com/office/drawing/2010/main" val="0"/>
                </a:ext>
              </a:extLst>
            </a:blip>
            <a:srcRect l="12470" t="12470" r="15432" b="15432"/>
            <a:stretch/>
          </p:blipFill>
          <p:spPr>
            <a:xfrm>
              <a:off x="854869" y="5208406"/>
              <a:ext cx="259556" cy="259556"/>
            </a:xfrm>
            <a:prstGeom prst="rect">
              <a:avLst/>
            </a:prstGeom>
            <a:solidFill>
              <a:srgbClr val="A8A8A8"/>
            </a:solidFill>
          </p:spPr>
        </p:pic>
      </p:grpSp>
      <p:grpSp>
        <p:nvGrpSpPr>
          <p:cNvPr id="13" name="Group 12">
            <a:extLst>
              <a:ext uri="{FF2B5EF4-FFF2-40B4-BE49-F238E27FC236}">
                <a16:creationId xmlns:a16="http://schemas.microsoft.com/office/drawing/2014/main" id="{77EDE480-02F0-4A36-B600-66A8C0DEE99F}"/>
              </a:ext>
            </a:extLst>
          </p:cNvPr>
          <p:cNvGrpSpPr/>
          <p:nvPr userDrawn="1"/>
        </p:nvGrpSpPr>
        <p:grpSpPr>
          <a:xfrm>
            <a:off x="5229485" y="5163514"/>
            <a:ext cx="2088000" cy="361904"/>
            <a:chOff x="3113536" y="5163514"/>
            <a:chExt cx="2088000" cy="361904"/>
          </a:xfrm>
        </p:grpSpPr>
        <p:sp>
          <p:nvSpPr>
            <p:cNvPr id="15" name="Freeform 88">
              <a:extLst>
                <a:ext uri="{FF2B5EF4-FFF2-40B4-BE49-F238E27FC236}">
                  <a16:creationId xmlns:a16="http://schemas.microsoft.com/office/drawing/2014/main" id="{A4723D84-944F-42C0-B181-7964269324AA}"/>
                </a:ext>
              </a:extLst>
            </p:cNvPr>
            <p:cNvSpPr>
              <a:spLocks/>
            </p:cNvSpPr>
            <p:nvPr/>
          </p:nvSpPr>
          <p:spPr bwMode="auto">
            <a:xfrm>
              <a:off x="3115919"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16" name="Picture 15">
              <a:extLst>
                <a:ext uri="{FF2B5EF4-FFF2-40B4-BE49-F238E27FC236}">
                  <a16:creationId xmlns:a16="http://schemas.microsoft.com/office/drawing/2014/main" id="{2B62EA23-90FE-47D2-890D-06299F73FDEB}"/>
                </a:ext>
              </a:extLst>
            </p:cNvPr>
            <p:cNvPicPr>
              <a:picLocks noChangeAspect="1"/>
            </p:cNvPicPr>
            <p:nvPr/>
          </p:nvPicPr>
          <p:blipFill rotWithShape="1">
            <a:blip r:embed="rId6">
              <a:extLst>
                <a:ext uri="{28A0092B-C50C-407E-A947-70E740481C1C}">
                  <a14:useLocalDpi xmlns:a14="http://schemas.microsoft.com/office/drawing/2010/main" val="0"/>
                </a:ext>
              </a:extLst>
            </a:blip>
            <a:srcRect l="12125" t="9654" r="13130" b="8985"/>
            <a:stretch/>
          </p:blipFill>
          <p:spPr>
            <a:xfrm>
              <a:off x="3157538" y="5198268"/>
              <a:ext cx="269082" cy="292895"/>
            </a:xfrm>
            <a:prstGeom prst="rect">
              <a:avLst/>
            </a:prstGeom>
            <a:solidFill>
              <a:srgbClr val="A8A8A8"/>
            </a:solidFill>
          </p:spPr>
        </p:pic>
        <p:sp>
          <p:nvSpPr>
            <p:cNvPr id="17" name="TextBox 16">
              <a:hlinkClick r:id="rId7"/>
              <a:extLst>
                <a:ext uri="{FF2B5EF4-FFF2-40B4-BE49-F238E27FC236}">
                  <a16:creationId xmlns:a16="http://schemas.microsoft.com/office/drawing/2014/main" id="{24EE5165-7034-4ACA-BD70-749B1AE03545}"/>
                </a:ext>
              </a:extLst>
            </p:cNvPr>
            <p:cNvSpPr txBox="1"/>
            <p:nvPr/>
          </p:nvSpPr>
          <p:spPr>
            <a:xfrm>
              <a:off x="3113536"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a:t>LinkedIn.com/company/ING</a:t>
              </a:r>
            </a:p>
          </p:txBody>
        </p:sp>
      </p:grpSp>
      <p:grpSp>
        <p:nvGrpSpPr>
          <p:cNvPr id="18" name="Group 17">
            <a:extLst>
              <a:ext uri="{FF2B5EF4-FFF2-40B4-BE49-F238E27FC236}">
                <a16:creationId xmlns:a16="http://schemas.microsoft.com/office/drawing/2014/main" id="{B61FC236-6F2B-4566-A45B-BDBD357458DA}"/>
              </a:ext>
            </a:extLst>
          </p:cNvPr>
          <p:cNvGrpSpPr/>
          <p:nvPr userDrawn="1"/>
        </p:nvGrpSpPr>
        <p:grpSpPr>
          <a:xfrm>
            <a:off x="2946223" y="5676946"/>
            <a:ext cx="2088000" cy="361904"/>
            <a:chOff x="3113536" y="5676946"/>
            <a:chExt cx="2088000" cy="361904"/>
          </a:xfrm>
        </p:grpSpPr>
        <p:sp>
          <p:nvSpPr>
            <p:cNvPr id="19" name="Freeform 52">
              <a:extLst>
                <a:ext uri="{FF2B5EF4-FFF2-40B4-BE49-F238E27FC236}">
                  <a16:creationId xmlns:a16="http://schemas.microsoft.com/office/drawing/2014/main" id="{6EA09617-EBEC-41E2-A7B2-4B86BA623C98}"/>
                </a:ext>
              </a:extLst>
            </p:cNvPr>
            <p:cNvSpPr>
              <a:spLocks/>
            </p:cNvSpPr>
            <p:nvPr/>
          </p:nvSpPr>
          <p:spPr bwMode="auto">
            <a:xfrm>
              <a:off x="3115919" y="5676946"/>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20" name="Picture 19">
              <a:extLst>
                <a:ext uri="{FF2B5EF4-FFF2-40B4-BE49-F238E27FC236}">
                  <a16:creationId xmlns:a16="http://schemas.microsoft.com/office/drawing/2014/main" id="{2BE21BD9-18DC-4C57-A29E-A45F5EC26309}"/>
                </a:ext>
              </a:extLst>
            </p:cNvPr>
            <p:cNvPicPr>
              <a:picLocks noChangeAspect="1"/>
            </p:cNvPicPr>
            <p:nvPr/>
          </p:nvPicPr>
          <p:blipFill rotWithShape="1">
            <a:blip r:embed="rId8">
              <a:extLst>
                <a:ext uri="{28A0092B-C50C-407E-A947-70E740481C1C}">
                  <a14:useLocalDpi xmlns:a14="http://schemas.microsoft.com/office/drawing/2010/main" val="0"/>
                </a:ext>
              </a:extLst>
            </a:blip>
            <a:srcRect l="10802" t="12026" r="9824" b="13890"/>
            <a:stretch/>
          </p:blipFill>
          <p:spPr>
            <a:xfrm>
              <a:off x="3152775" y="5722144"/>
              <a:ext cx="285750" cy="266700"/>
            </a:xfrm>
            <a:prstGeom prst="rect">
              <a:avLst/>
            </a:prstGeom>
            <a:solidFill>
              <a:srgbClr val="A8A8A8"/>
            </a:solidFill>
          </p:spPr>
        </p:pic>
        <p:sp>
          <p:nvSpPr>
            <p:cNvPr id="21" name="TextBox 20">
              <a:hlinkClick r:id="rId9"/>
              <a:extLst>
                <a:ext uri="{FF2B5EF4-FFF2-40B4-BE49-F238E27FC236}">
                  <a16:creationId xmlns:a16="http://schemas.microsoft.com/office/drawing/2014/main" id="{25B72633-B5F9-4ABA-92D4-AEEF271F04E9}"/>
                </a:ext>
              </a:extLst>
            </p:cNvPr>
            <p:cNvSpPr txBox="1"/>
            <p:nvPr/>
          </p:nvSpPr>
          <p:spPr>
            <a:xfrm>
              <a:off x="3113536" y="5678850"/>
              <a:ext cx="2088000" cy="360000"/>
            </a:xfrm>
            <a:prstGeom prst="rect">
              <a:avLst/>
            </a:prstGeom>
            <a:solidFill>
              <a:schemeClr val="bg1">
                <a:alpha val="0"/>
              </a:schemeClr>
            </a:solidFill>
          </p:spPr>
          <p:txBody>
            <a:bodyPr wrap="square" lIns="432000" tIns="0" rIns="0" bIns="0" rtlCol="0" anchor="ctr" anchorCtr="0">
              <a:noAutofit/>
            </a:bodyPr>
            <a:lstStyle/>
            <a:p>
              <a:r>
                <a:rPr lang="en-GB" sz="1000" dirty="0"/>
                <a:t>YouTube.com/ING</a:t>
              </a:r>
            </a:p>
          </p:txBody>
        </p:sp>
      </p:grpSp>
      <p:grpSp>
        <p:nvGrpSpPr>
          <p:cNvPr id="22" name="Group 21">
            <a:extLst>
              <a:ext uri="{FF2B5EF4-FFF2-40B4-BE49-F238E27FC236}">
                <a16:creationId xmlns:a16="http://schemas.microsoft.com/office/drawing/2014/main" id="{2BC5219F-7082-4409-98C2-6B1824C4C7E6}"/>
              </a:ext>
            </a:extLst>
          </p:cNvPr>
          <p:cNvGrpSpPr/>
          <p:nvPr userDrawn="1"/>
        </p:nvGrpSpPr>
        <p:grpSpPr>
          <a:xfrm>
            <a:off x="5229485" y="5676946"/>
            <a:ext cx="2088000" cy="361904"/>
            <a:chOff x="5417448" y="5676946"/>
            <a:chExt cx="2088000" cy="361904"/>
          </a:xfrm>
        </p:grpSpPr>
        <p:sp>
          <p:nvSpPr>
            <p:cNvPr id="23" name="TextBox 22">
              <a:hlinkClick r:id="rId10"/>
              <a:extLst>
                <a:ext uri="{FF2B5EF4-FFF2-40B4-BE49-F238E27FC236}">
                  <a16:creationId xmlns:a16="http://schemas.microsoft.com/office/drawing/2014/main" id="{28CD0CA9-E6FD-42C5-8E3C-B4AF239EE6E3}"/>
                </a:ext>
              </a:extLst>
            </p:cNvPr>
            <p:cNvSpPr txBox="1"/>
            <p:nvPr/>
          </p:nvSpPr>
          <p:spPr>
            <a:xfrm>
              <a:off x="5417448" y="5678850"/>
              <a:ext cx="2088000" cy="360000"/>
            </a:xfrm>
            <a:prstGeom prst="rect">
              <a:avLst/>
            </a:prstGeom>
            <a:solidFill>
              <a:schemeClr val="bg1">
                <a:alpha val="0"/>
              </a:schemeClr>
            </a:solidFill>
          </p:spPr>
          <p:txBody>
            <a:bodyPr wrap="square" lIns="432000" tIns="0" rIns="0" bIns="0" rtlCol="0" anchor="ctr" anchorCtr="0">
              <a:noAutofit/>
            </a:bodyPr>
            <a:lstStyle/>
            <a:p>
              <a:r>
                <a:rPr lang="en-GB" sz="1000"/>
                <a:t>Flickr.com/INGGroup</a:t>
              </a:r>
            </a:p>
          </p:txBody>
        </p:sp>
        <p:sp>
          <p:nvSpPr>
            <p:cNvPr id="24" name="Freeform 93">
              <a:extLst>
                <a:ext uri="{FF2B5EF4-FFF2-40B4-BE49-F238E27FC236}">
                  <a16:creationId xmlns:a16="http://schemas.microsoft.com/office/drawing/2014/main" id="{DB7513DD-9E28-462B-8A84-A6654EA81EE1}"/>
                </a:ext>
              </a:extLst>
            </p:cNvPr>
            <p:cNvSpPr>
              <a:spLocks/>
            </p:cNvSpPr>
            <p:nvPr/>
          </p:nvSpPr>
          <p:spPr bwMode="auto">
            <a:xfrm>
              <a:off x="5417448" y="5676946"/>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25" name="Picture 24">
              <a:extLst>
                <a:ext uri="{FF2B5EF4-FFF2-40B4-BE49-F238E27FC236}">
                  <a16:creationId xmlns:a16="http://schemas.microsoft.com/office/drawing/2014/main" id="{F166AFE8-7B8F-43A2-8B5D-7366C1CF0529}"/>
                </a:ext>
              </a:extLst>
            </p:cNvPr>
            <p:cNvPicPr>
              <a:picLocks noChangeAspect="1"/>
            </p:cNvPicPr>
            <p:nvPr/>
          </p:nvPicPr>
          <p:blipFill rotWithShape="1">
            <a:blip r:embed="rId11">
              <a:extLst>
                <a:ext uri="{28A0092B-C50C-407E-A947-70E740481C1C}">
                  <a14:useLocalDpi xmlns:a14="http://schemas.microsoft.com/office/drawing/2010/main" val="0"/>
                </a:ext>
              </a:extLst>
            </a:blip>
            <a:srcRect l="15087" t="19303" r="8184" b="19843"/>
            <a:stretch/>
          </p:blipFill>
          <p:spPr>
            <a:xfrm>
              <a:off x="5472113" y="5748338"/>
              <a:ext cx="276225" cy="219075"/>
            </a:xfrm>
            <a:prstGeom prst="rect">
              <a:avLst/>
            </a:prstGeom>
            <a:solidFill>
              <a:srgbClr val="A8A8A8"/>
            </a:solidFill>
          </p:spPr>
        </p:pic>
      </p:grpSp>
      <p:grpSp>
        <p:nvGrpSpPr>
          <p:cNvPr id="26" name="Group 25">
            <a:extLst>
              <a:ext uri="{FF2B5EF4-FFF2-40B4-BE49-F238E27FC236}">
                <a16:creationId xmlns:a16="http://schemas.microsoft.com/office/drawing/2014/main" id="{D2CE9AB1-933D-4D7C-9696-E0F2E5E376C4}"/>
              </a:ext>
            </a:extLst>
          </p:cNvPr>
          <p:cNvGrpSpPr/>
          <p:nvPr userDrawn="1"/>
        </p:nvGrpSpPr>
        <p:grpSpPr>
          <a:xfrm>
            <a:off x="658999" y="5676946"/>
            <a:ext cx="2091962" cy="361904"/>
            <a:chOff x="805662" y="5676946"/>
            <a:chExt cx="2091962" cy="361904"/>
          </a:xfrm>
        </p:grpSpPr>
        <p:sp>
          <p:nvSpPr>
            <p:cNvPr id="27" name="Freeform 96">
              <a:extLst>
                <a:ext uri="{FF2B5EF4-FFF2-40B4-BE49-F238E27FC236}">
                  <a16:creationId xmlns:a16="http://schemas.microsoft.com/office/drawing/2014/main" id="{B6B77213-5628-4E02-B2BF-FB870F71F50F}"/>
                </a:ext>
              </a:extLst>
            </p:cNvPr>
            <p:cNvSpPr>
              <a:spLocks/>
            </p:cNvSpPr>
            <p:nvPr/>
          </p:nvSpPr>
          <p:spPr bwMode="auto">
            <a:xfrm>
              <a:off x="805662" y="5676946"/>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sp>
          <p:nvSpPr>
            <p:cNvPr id="28" name="TextBox 27">
              <a:hlinkClick r:id="rId12"/>
              <a:extLst>
                <a:ext uri="{FF2B5EF4-FFF2-40B4-BE49-F238E27FC236}">
                  <a16:creationId xmlns:a16="http://schemas.microsoft.com/office/drawing/2014/main" id="{8B84D44B-D931-488D-844F-9C37FBFA29A3}"/>
                </a:ext>
              </a:extLst>
            </p:cNvPr>
            <p:cNvSpPr txBox="1"/>
            <p:nvPr/>
          </p:nvSpPr>
          <p:spPr>
            <a:xfrm>
              <a:off x="809624" y="5678850"/>
              <a:ext cx="2088000" cy="360000"/>
            </a:xfrm>
            <a:prstGeom prst="rect">
              <a:avLst/>
            </a:prstGeom>
            <a:solidFill>
              <a:schemeClr val="bg1">
                <a:alpha val="0"/>
              </a:schemeClr>
            </a:solidFill>
          </p:spPr>
          <p:txBody>
            <a:bodyPr wrap="square" lIns="432000" tIns="0" rIns="0" bIns="0" rtlCol="0" anchor="ctr" anchorCtr="0">
              <a:noAutofit/>
            </a:bodyPr>
            <a:lstStyle/>
            <a:p>
              <a:r>
                <a:rPr lang="en-GB" sz="1000" dirty="0"/>
                <a:t>Facebook.com/ING</a:t>
              </a:r>
            </a:p>
          </p:txBody>
        </p:sp>
        <p:pic>
          <p:nvPicPr>
            <p:cNvPr id="29" name="Picture 28">
              <a:extLst>
                <a:ext uri="{FF2B5EF4-FFF2-40B4-BE49-F238E27FC236}">
                  <a16:creationId xmlns:a16="http://schemas.microsoft.com/office/drawing/2014/main" id="{88E6DD58-E153-4C1D-B0B1-FD9C844C656B}"/>
                </a:ext>
              </a:extLst>
            </p:cNvPr>
            <p:cNvPicPr>
              <a:picLocks noChangeAspect="1"/>
            </p:cNvPicPr>
            <p:nvPr/>
          </p:nvPicPr>
          <p:blipFill rotWithShape="1">
            <a:blip r:embed="rId13">
              <a:extLst>
                <a:ext uri="{28A0092B-C50C-407E-A947-70E740481C1C}">
                  <a14:useLocalDpi xmlns:a14="http://schemas.microsoft.com/office/drawing/2010/main" val="0"/>
                </a:ext>
              </a:extLst>
            </a:blip>
            <a:srcRect l="12470" t="10703" r="11463" b="13890"/>
            <a:stretch/>
          </p:blipFill>
          <p:spPr>
            <a:xfrm>
              <a:off x="854869" y="5717381"/>
              <a:ext cx="273844" cy="271464"/>
            </a:xfrm>
            <a:prstGeom prst="rect">
              <a:avLst/>
            </a:prstGeom>
            <a:solidFill>
              <a:srgbClr val="A8A8A8"/>
            </a:solidFill>
          </p:spPr>
        </p:pic>
      </p:grpSp>
      <p:grpSp>
        <p:nvGrpSpPr>
          <p:cNvPr id="30" name="Group 29">
            <a:extLst>
              <a:ext uri="{FF2B5EF4-FFF2-40B4-BE49-F238E27FC236}">
                <a16:creationId xmlns:a16="http://schemas.microsoft.com/office/drawing/2014/main" id="{3DE20684-EBC3-4C3F-B328-1598605937C3}"/>
              </a:ext>
            </a:extLst>
          </p:cNvPr>
          <p:cNvGrpSpPr/>
          <p:nvPr userDrawn="1"/>
        </p:nvGrpSpPr>
        <p:grpSpPr>
          <a:xfrm>
            <a:off x="658999" y="5163514"/>
            <a:ext cx="2091962" cy="361904"/>
            <a:chOff x="1182322" y="4643104"/>
            <a:chExt cx="2091962" cy="361904"/>
          </a:xfrm>
        </p:grpSpPr>
        <p:sp>
          <p:nvSpPr>
            <p:cNvPr id="31" name="Freeform 60">
              <a:extLst>
                <a:ext uri="{FF2B5EF4-FFF2-40B4-BE49-F238E27FC236}">
                  <a16:creationId xmlns:a16="http://schemas.microsoft.com/office/drawing/2014/main" id="{BD320886-EA01-4F49-A878-EED75BCF7D58}"/>
                </a:ext>
              </a:extLst>
            </p:cNvPr>
            <p:cNvSpPr>
              <a:spLocks/>
            </p:cNvSpPr>
            <p:nvPr/>
          </p:nvSpPr>
          <p:spPr bwMode="auto">
            <a:xfrm>
              <a:off x="1182322" y="464310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32" name="Picture 31">
              <a:extLst>
                <a:ext uri="{FF2B5EF4-FFF2-40B4-BE49-F238E27FC236}">
                  <a16:creationId xmlns:a16="http://schemas.microsoft.com/office/drawing/2014/main" id="{264DDB19-9605-48E3-9E94-2C2998EB6124}"/>
                </a:ext>
              </a:extLst>
            </p:cNvPr>
            <p:cNvPicPr>
              <a:picLocks noChangeAspect="1"/>
            </p:cNvPicPr>
            <p:nvPr/>
          </p:nvPicPr>
          <p:blipFill>
            <a:blip r:embed="rId14"/>
            <a:stretch>
              <a:fillRect/>
            </a:stretch>
          </p:blipFill>
          <p:spPr>
            <a:xfrm>
              <a:off x="1244205" y="4695826"/>
              <a:ext cx="234204" cy="256462"/>
            </a:xfrm>
            <a:prstGeom prst="rect">
              <a:avLst/>
            </a:prstGeom>
          </p:spPr>
        </p:pic>
        <p:sp>
          <p:nvSpPr>
            <p:cNvPr id="33" name="TextBox 32">
              <a:hlinkClick r:id="rId15"/>
              <a:extLst>
                <a:ext uri="{FF2B5EF4-FFF2-40B4-BE49-F238E27FC236}">
                  <a16:creationId xmlns:a16="http://schemas.microsoft.com/office/drawing/2014/main" id="{962AC3C3-6337-4A02-BD1E-F563C2AA4311}"/>
                </a:ext>
              </a:extLst>
            </p:cNvPr>
            <p:cNvSpPr txBox="1"/>
            <p:nvPr/>
          </p:nvSpPr>
          <p:spPr>
            <a:xfrm>
              <a:off x="1186284" y="4643104"/>
              <a:ext cx="2088000" cy="360000"/>
            </a:xfrm>
            <a:prstGeom prst="rect">
              <a:avLst/>
            </a:prstGeom>
            <a:solidFill>
              <a:schemeClr val="bg1">
                <a:alpha val="0"/>
              </a:schemeClr>
            </a:solidFill>
          </p:spPr>
          <p:txBody>
            <a:bodyPr wrap="square" lIns="432000" tIns="0" rIns="0" bIns="0" rtlCol="0" anchor="ctr" anchorCtr="0">
              <a:noAutofit/>
            </a:bodyPr>
            <a:lstStyle/>
            <a:p>
              <a:r>
                <a:rPr lang="en-GB" sz="1000" dirty="0"/>
                <a:t>ing.com</a:t>
              </a:r>
            </a:p>
          </p:txBody>
        </p:sp>
      </p:grpSp>
      <p:grpSp>
        <p:nvGrpSpPr>
          <p:cNvPr id="34" name="Group 33">
            <a:extLst>
              <a:ext uri="{FF2B5EF4-FFF2-40B4-BE49-F238E27FC236}">
                <a16:creationId xmlns:a16="http://schemas.microsoft.com/office/drawing/2014/main" id="{1B679494-FABC-46FA-91DE-54DD5A3BEC13}"/>
              </a:ext>
            </a:extLst>
          </p:cNvPr>
          <p:cNvGrpSpPr/>
          <p:nvPr userDrawn="1"/>
        </p:nvGrpSpPr>
        <p:grpSpPr>
          <a:xfrm>
            <a:off x="7512748" y="5163514"/>
            <a:ext cx="2088000" cy="361904"/>
            <a:chOff x="5417448" y="5163514"/>
            <a:chExt cx="2088000" cy="361904"/>
          </a:xfrm>
        </p:grpSpPr>
        <p:sp>
          <p:nvSpPr>
            <p:cNvPr id="35" name="Freeform 56">
              <a:extLst>
                <a:ext uri="{FF2B5EF4-FFF2-40B4-BE49-F238E27FC236}">
                  <a16:creationId xmlns:a16="http://schemas.microsoft.com/office/drawing/2014/main" id="{0804C39D-3641-4437-9EAC-6026ED109905}"/>
                </a:ext>
              </a:extLst>
            </p:cNvPr>
            <p:cNvSpPr>
              <a:spLocks/>
            </p:cNvSpPr>
            <p:nvPr/>
          </p:nvSpPr>
          <p:spPr bwMode="auto">
            <a:xfrm>
              <a:off x="5417448" y="5163514"/>
              <a:ext cx="357970" cy="361904"/>
            </a:xfrm>
            <a:custGeom>
              <a:avLst/>
              <a:gdLst>
                <a:gd name="T0" fmla="*/ 113 w 113"/>
                <a:gd name="T1" fmla="*/ 98 h 114"/>
                <a:gd name="T2" fmla="*/ 97 w 113"/>
                <a:gd name="T3" fmla="*/ 114 h 114"/>
                <a:gd name="T4" fmla="*/ 16 w 113"/>
                <a:gd name="T5" fmla="*/ 114 h 114"/>
                <a:gd name="T6" fmla="*/ 0 w 113"/>
                <a:gd name="T7" fmla="*/ 98 h 114"/>
                <a:gd name="T8" fmla="*/ 0 w 113"/>
                <a:gd name="T9" fmla="*/ 16 h 114"/>
                <a:gd name="T10" fmla="*/ 16 w 113"/>
                <a:gd name="T11" fmla="*/ 0 h 114"/>
                <a:gd name="T12" fmla="*/ 97 w 113"/>
                <a:gd name="T13" fmla="*/ 0 h 114"/>
                <a:gd name="T14" fmla="*/ 113 w 113"/>
                <a:gd name="T15" fmla="*/ 16 h 114"/>
                <a:gd name="T16" fmla="*/ 113 w 113"/>
                <a:gd name="T17" fmla="*/ 98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114">
                  <a:moveTo>
                    <a:pt x="113" y="98"/>
                  </a:moveTo>
                  <a:cubicBezTo>
                    <a:pt x="113" y="106"/>
                    <a:pt x="106" y="114"/>
                    <a:pt x="97" y="114"/>
                  </a:cubicBezTo>
                  <a:cubicBezTo>
                    <a:pt x="16" y="114"/>
                    <a:pt x="16" y="114"/>
                    <a:pt x="16" y="114"/>
                  </a:cubicBezTo>
                  <a:cubicBezTo>
                    <a:pt x="7" y="114"/>
                    <a:pt x="0" y="106"/>
                    <a:pt x="0" y="98"/>
                  </a:cubicBezTo>
                  <a:cubicBezTo>
                    <a:pt x="0" y="16"/>
                    <a:pt x="0" y="16"/>
                    <a:pt x="0" y="16"/>
                  </a:cubicBezTo>
                  <a:cubicBezTo>
                    <a:pt x="0" y="7"/>
                    <a:pt x="7" y="0"/>
                    <a:pt x="16" y="0"/>
                  </a:cubicBezTo>
                  <a:cubicBezTo>
                    <a:pt x="97" y="0"/>
                    <a:pt x="97" y="0"/>
                    <a:pt x="97" y="0"/>
                  </a:cubicBezTo>
                  <a:cubicBezTo>
                    <a:pt x="106" y="0"/>
                    <a:pt x="113" y="7"/>
                    <a:pt x="113" y="16"/>
                  </a:cubicBezTo>
                  <a:lnTo>
                    <a:pt x="113" y="9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p>
          </p:txBody>
        </p:sp>
        <p:pic>
          <p:nvPicPr>
            <p:cNvPr id="36" name="Picture 35">
              <a:extLst>
                <a:ext uri="{FF2B5EF4-FFF2-40B4-BE49-F238E27FC236}">
                  <a16:creationId xmlns:a16="http://schemas.microsoft.com/office/drawing/2014/main" id="{6FA7383E-1E4E-4F57-9A4C-4119FEE5955F}"/>
                </a:ext>
              </a:extLst>
            </p:cNvPr>
            <p:cNvPicPr>
              <a:picLocks noChangeAspect="1"/>
            </p:cNvPicPr>
            <p:nvPr/>
          </p:nvPicPr>
          <p:blipFill>
            <a:blip r:embed="rId16">
              <a:clrChange>
                <a:clrFrom>
                  <a:srgbClr val="12100E"/>
                </a:clrFrom>
                <a:clrTo>
                  <a:srgbClr val="12100E">
                    <a:alpha val="0"/>
                  </a:srgbClr>
                </a:clrTo>
              </a:clrChange>
            </a:blip>
            <a:srcRect/>
            <a:stretch/>
          </p:blipFill>
          <p:spPr>
            <a:xfrm>
              <a:off x="5460206" y="5205919"/>
              <a:ext cx="268576" cy="268576"/>
            </a:xfrm>
            <a:prstGeom prst="rect">
              <a:avLst/>
            </a:prstGeom>
            <a:solidFill>
              <a:srgbClr val="A8A8A8"/>
            </a:solidFill>
          </p:spPr>
        </p:pic>
        <p:sp>
          <p:nvSpPr>
            <p:cNvPr id="37" name="TextBox 36">
              <a:hlinkClick r:id="rId17"/>
              <a:extLst>
                <a:ext uri="{FF2B5EF4-FFF2-40B4-BE49-F238E27FC236}">
                  <a16:creationId xmlns:a16="http://schemas.microsoft.com/office/drawing/2014/main" id="{5DD54725-7F07-441E-9CD8-79278BC55154}"/>
                </a:ext>
              </a:extLst>
            </p:cNvPr>
            <p:cNvSpPr txBox="1"/>
            <p:nvPr/>
          </p:nvSpPr>
          <p:spPr>
            <a:xfrm>
              <a:off x="5417448" y="5163514"/>
              <a:ext cx="2088000" cy="360000"/>
            </a:xfrm>
            <a:prstGeom prst="rect">
              <a:avLst/>
            </a:prstGeom>
            <a:solidFill>
              <a:schemeClr val="bg1">
                <a:alpha val="0"/>
              </a:schemeClr>
            </a:solidFill>
          </p:spPr>
          <p:txBody>
            <a:bodyPr wrap="square" lIns="432000" tIns="0" rIns="0" bIns="0" rtlCol="0" anchor="ctr" anchorCtr="0">
              <a:noAutofit/>
            </a:bodyPr>
            <a:lstStyle/>
            <a:p>
              <a:r>
                <a:rPr lang="en-GB" sz="1000"/>
                <a:t>Medium.com/ing-blog</a:t>
              </a:r>
            </a:p>
          </p:txBody>
        </p:sp>
      </p:grpSp>
    </p:spTree>
    <p:extLst>
      <p:ext uri="{BB962C8B-B14F-4D97-AF65-F5344CB8AC3E}">
        <p14:creationId xmlns:p14="http://schemas.microsoft.com/office/powerpoint/2010/main" val="4228618430"/>
      </p:ext>
    </p:extLst>
  </p:cSld>
  <p:clrMapOvr>
    <a:masterClrMapping/>
  </p:clrMapOvr>
  <p:extLst>
    <p:ext uri="{DCECCB84-F9BA-43D5-87BE-67443E8EF086}">
      <p15:sldGuideLst xmlns:p15="http://schemas.microsoft.com/office/powerpoint/2012/main">
        <p15:guide id="1" orient="horz" pos="2007" userDrawn="1">
          <p15:clr>
            <a:srgbClr val="FBAE40"/>
          </p15:clr>
        </p15:guide>
        <p15:guide id="2" orient="horz" pos="1543" userDrawn="1">
          <p15:clr>
            <a:srgbClr val="FBAE40"/>
          </p15:clr>
        </p15:guide>
        <p15:guide id="3" orient="horz" pos="1490" userDrawn="1">
          <p15:clr>
            <a:srgbClr val="FBAE40"/>
          </p15:clr>
        </p15:guide>
        <p15:guide id="4" orient="horz" pos="2059"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CC079217-29BE-4EF5-8B19-B660E43429C4}"/>
              </a:ext>
            </a:extLst>
          </p:cNvPr>
          <p:cNvPicPr>
            <a:picLocks noChangeAspect="1"/>
          </p:cNvPicPr>
          <p:nvPr userDrawn="1"/>
        </p:nvPicPr>
        <p:blipFill>
          <a:blip r:embed="rId2">
            <a:extLst>
              <a:ext uri="{96DAC541-7B7A-43D3-8B79-37D633B846F1}">
                <asvg:svgBlip xmlns:asvg="http://schemas.microsoft.com/office/drawing/2016/SVG/main" r:embed="rId3"/>
              </a:ext>
            </a:extLst>
          </a:blip>
          <a:stretch/>
        </p:blipFill>
        <p:spPr>
          <a:xfrm>
            <a:off x="3243000" y="170926"/>
            <a:ext cx="5706000" cy="6558881"/>
          </a:xfrm>
          <a:prstGeom prst="rect">
            <a:avLst/>
          </a:prstGeom>
        </p:spPr>
      </p:pic>
    </p:spTree>
    <p:extLst>
      <p:ext uri="{BB962C8B-B14F-4D97-AF65-F5344CB8AC3E}">
        <p14:creationId xmlns:p14="http://schemas.microsoft.com/office/powerpoint/2010/main" val="3794425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
    <p:bg bwMode="gray">
      <p:bgRef idx="1001">
        <a:schemeClr val="bg1"/>
      </p:bgRef>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311F7044-53C5-45DA-A597-72E1133FB73A}"/>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454D770-4CFD-4C03-BE25-4A75453EF4B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13" name="ING identifier">
            <a:extLst>
              <a:ext uri="{FF2B5EF4-FFF2-40B4-BE49-F238E27FC236}">
                <a16:creationId xmlns:a16="http://schemas.microsoft.com/office/drawing/2014/main" id="{F6F79742-9DF4-4F22-84F9-697F46AA2DC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544428" y="4964165"/>
            <a:ext cx="1647571" cy="1893836"/>
          </a:xfrm>
          <a:prstGeom prst="rect">
            <a:avLst/>
          </a:prstGeom>
        </p:spPr>
      </p:pic>
      <p:sp>
        <p:nvSpPr>
          <p:cNvPr id="3" name="Text Placeholder 2">
            <a:extLst>
              <a:ext uri="{FF2B5EF4-FFF2-40B4-BE49-F238E27FC236}">
                <a16:creationId xmlns:a16="http://schemas.microsoft.com/office/drawing/2014/main" id="{F7D0D5B2-609E-47E4-8BC9-E79E8E4C625C}"/>
              </a:ext>
            </a:extLst>
          </p:cNvPr>
          <p:cNvSpPr>
            <a:spLocks noGrp="1"/>
          </p:cNvSpPr>
          <p:nvPr>
            <p:ph type="body" sz="quarter" idx="12" hasCustomPrompt="1"/>
          </p:nvPr>
        </p:nvSpPr>
        <p:spPr>
          <a:xfrm>
            <a:off x="658856" y="5583600"/>
            <a:ext cx="5256000" cy="294302"/>
          </a:xfrm>
        </p:spPr>
        <p:txBody>
          <a:bodyPr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dirty="0"/>
              <a:t>Click to </a:t>
            </a:r>
            <a:r>
              <a:rPr lang="en-GB" noProof="0"/>
              <a:t>add date</a:t>
            </a:r>
          </a:p>
        </p:txBody>
      </p:sp>
      <p:sp>
        <p:nvSpPr>
          <p:cNvPr id="26" name="Subtitle 2"/>
          <p:cNvSpPr>
            <a:spLocks noGrp="1"/>
          </p:cNvSpPr>
          <p:nvPr>
            <p:ph type="subTitle" idx="1" hasCustomPrompt="1"/>
          </p:nvPr>
        </p:nvSpPr>
        <p:spPr bwMode="gray">
          <a:xfrm>
            <a:off x="658856" y="5277600"/>
            <a:ext cx="5256000" cy="294302"/>
          </a:xfrm>
        </p:spPr>
        <p:txBody>
          <a:bodyPr lIns="0" t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27" name="Text Placeholder 6"/>
          <p:cNvSpPr>
            <a:spLocks noGrp="1"/>
          </p:cNvSpPr>
          <p:nvPr>
            <p:ph type="body" sz="quarter" idx="11" hasCustomPrompt="1"/>
          </p:nvPr>
        </p:nvSpPr>
        <p:spPr bwMode="gray">
          <a:xfrm>
            <a:off x="988895" y="2447999"/>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dirty="0"/>
              <a:t>Click to add (sub)title</a:t>
            </a:r>
          </a:p>
        </p:txBody>
      </p:sp>
      <p:sp>
        <p:nvSpPr>
          <p:cNvPr id="25" name="Title 1"/>
          <p:cNvSpPr>
            <a:spLocks noGrp="1"/>
          </p:cNvSpPr>
          <p:nvPr>
            <p:ph type="ctrTitle" hasCustomPrompt="1"/>
          </p:nvPr>
        </p:nvSpPr>
        <p:spPr bwMode="gray">
          <a:xfrm>
            <a:off x="658855" y="1634399"/>
            <a:ext cx="3712436" cy="738000"/>
          </a:xfrm>
          <a:prstGeom prst="roundRect">
            <a:avLst>
              <a:gd name="adj" fmla="val 13767"/>
            </a:avLst>
          </a:prstGeom>
          <a:solidFill>
            <a:srgbClr val="FF6200"/>
          </a:solidFill>
          <a:ln w="6350">
            <a:noFill/>
          </a:ln>
        </p:spPr>
        <p:txBody>
          <a:bodyPr wrap="none" lIns="108000" tIns="108000" rIns="108000" bIns="72000" anchor="t" anchorCtr="0">
            <a:spAutoFit/>
          </a:bodyPr>
          <a:lstStyle>
            <a:lvl1pPr algn="l">
              <a:lnSpc>
                <a:spcPct val="90000"/>
              </a:lnSpc>
              <a:spcBef>
                <a:spcPts val="0"/>
              </a:spcBef>
              <a:defRPr sz="3600" b="1">
                <a:solidFill>
                  <a:schemeClr val="bg1"/>
                </a:solidFill>
              </a:defRPr>
            </a:lvl1pPr>
          </a:lstStyle>
          <a:p>
            <a:r>
              <a:rPr lang="en-GB" noProof="0" dirty="0"/>
              <a:t>Click to add title</a:t>
            </a:r>
          </a:p>
        </p:txBody>
      </p:sp>
      <p:sp>
        <p:nvSpPr>
          <p:cNvPr id="21" name="Project Placeholder">
            <a:extLst>
              <a:ext uri="{FF2B5EF4-FFF2-40B4-BE49-F238E27FC236}">
                <a16:creationId xmlns:a16="http://schemas.microsoft.com/office/drawing/2014/main" id="{A3BD01F9-A9C7-4355-A0CB-7252C65AEF88}"/>
              </a:ext>
            </a:extLst>
          </p:cNvPr>
          <p:cNvSpPr>
            <a:spLocks noGrp="1" noChangeAspect="1"/>
          </p:cNvSpPr>
          <p:nvPr>
            <p:ph type="pic" sz="quarter" idx="16" hasCustomPrompt="1"/>
          </p:nvPr>
        </p:nvSpPr>
        <p:spPr>
          <a:xfrm>
            <a:off x="658798" y="5896309"/>
            <a:ext cx="3857454"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Tree>
    <p:extLst>
      <p:ext uri="{BB962C8B-B14F-4D97-AF65-F5344CB8AC3E}">
        <p14:creationId xmlns:p14="http://schemas.microsoft.com/office/powerpoint/2010/main" val="2436311980"/>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519E7DA5-BC83-4857-870E-3AA1EAAAA941}"/>
              </a:ext>
            </a:extLst>
          </p:cNvPr>
          <p:cNvSpPr>
            <a:spLocks noGrp="1"/>
          </p:cNvSpPr>
          <p:nvPr>
            <p:ph type="ftr" sz="quarter" idx="12"/>
          </p:nvPr>
        </p:nvSpPr>
        <p:spPr/>
        <p:txBody>
          <a:bodyPr/>
          <a:lstStyle>
            <a:lvl1pPr>
              <a:defRPr/>
            </a:lvl1pPr>
          </a:lstStyle>
          <a:p>
            <a:endParaRPr lang="en-GB" noProof="0"/>
          </a:p>
        </p:txBody>
      </p:sp>
      <p:sp>
        <p:nvSpPr>
          <p:cNvPr id="10" name="Title 9">
            <a:extLst>
              <a:ext uri="{FF2B5EF4-FFF2-40B4-BE49-F238E27FC236}">
                <a16:creationId xmlns:a16="http://schemas.microsoft.com/office/drawing/2014/main" id="{0D3BE977-E73F-49D2-8BCD-3E16B685E53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5" name="Group 14">
            <a:extLst>
              <a:ext uri="{FF2B5EF4-FFF2-40B4-BE49-F238E27FC236}">
                <a16:creationId xmlns:a16="http://schemas.microsoft.com/office/drawing/2014/main" id="{C4EFA7EC-E7D4-46C3-8D3F-646C790E68A3}"/>
              </a:ext>
            </a:extLst>
          </p:cNvPr>
          <p:cNvGrpSpPr/>
          <p:nvPr userDrawn="1"/>
        </p:nvGrpSpPr>
        <p:grpSpPr>
          <a:xfrm>
            <a:off x="-2368598" y="0"/>
            <a:ext cx="1872000" cy="4379495"/>
            <a:chOff x="-2025698" y="0"/>
            <a:chExt cx="1872000" cy="4379495"/>
          </a:xfrm>
        </p:grpSpPr>
        <p:grpSp>
          <p:nvGrpSpPr>
            <p:cNvPr id="16" name="Group 15">
              <a:extLst>
                <a:ext uri="{FF2B5EF4-FFF2-40B4-BE49-F238E27FC236}">
                  <a16:creationId xmlns:a16="http://schemas.microsoft.com/office/drawing/2014/main" id="{1F78D264-E011-418E-B02A-7C20E73D3DD5}"/>
                </a:ext>
              </a:extLst>
            </p:cNvPr>
            <p:cNvGrpSpPr/>
            <p:nvPr userDrawn="1"/>
          </p:nvGrpSpPr>
          <p:grpSpPr>
            <a:xfrm>
              <a:off x="-2025698" y="0"/>
              <a:ext cx="1872000" cy="4379495"/>
              <a:chOff x="-2025698" y="0"/>
              <a:chExt cx="1872000" cy="4379495"/>
            </a:xfrm>
          </p:grpSpPr>
          <p:grpSp>
            <p:nvGrpSpPr>
              <p:cNvPr id="18" name="Group 17">
                <a:extLst>
                  <a:ext uri="{FF2B5EF4-FFF2-40B4-BE49-F238E27FC236}">
                    <a16:creationId xmlns:a16="http://schemas.microsoft.com/office/drawing/2014/main" id="{697EB8BB-8E30-47E4-9F6A-B509810CBB42}"/>
                  </a:ext>
                </a:extLst>
              </p:cNvPr>
              <p:cNvGrpSpPr/>
              <p:nvPr userDrawn="1"/>
            </p:nvGrpSpPr>
            <p:grpSpPr>
              <a:xfrm>
                <a:off x="-2025698" y="0"/>
                <a:ext cx="1872000" cy="4379495"/>
                <a:chOff x="-2025698" y="0"/>
                <a:chExt cx="1872000" cy="4379495"/>
              </a:xfrm>
            </p:grpSpPr>
            <p:grpSp>
              <p:nvGrpSpPr>
                <p:cNvPr id="29" name="Group 28">
                  <a:extLst>
                    <a:ext uri="{FF2B5EF4-FFF2-40B4-BE49-F238E27FC236}">
                      <a16:creationId xmlns:a16="http://schemas.microsoft.com/office/drawing/2014/main" id="{0929F8E5-CDE1-42A8-8693-25DAE1D4E2D3}"/>
                    </a:ext>
                  </a:extLst>
                </p:cNvPr>
                <p:cNvGrpSpPr/>
                <p:nvPr/>
              </p:nvGrpSpPr>
              <p:grpSpPr>
                <a:xfrm>
                  <a:off x="-2025698" y="0"/>
                  <a:ext cx="1872000" cy="4379495"/>
                  <a:chOff x="-2025698" y="0"/>
                  <a:chExt cx="1872000" cy="4379495"/>
                </a:xfrm>
              </p:grpSpPr>
              <p:sp>
                <p:nvSpPr>
                  <p:cNvPr id="31" name="Rectangle 104">
                    <a:extLst>
                      <a:ext uri="{FF2B5EF4-FFF2-40B4-BE49-F238E27FC236}">
                        <a16:creationId xmlns:a16="http://schemas.microsoft.com/office/drawing/2014/main" id="{08570F99-E3ED-4EF1-A139-7DADEB0EE0D6}"/>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2" name="Rectangle 113">
                    <a:extLst>
                      <a:ext uri="{FF2B5EF4-FFF2-40B4-BE49-F238E27FC236}">
                        <a16:creationId xmlns:a16="http://schemas.microsoft.com/office/drawing/2014/main" id="{9ECC4CD5-4A3A-4DF6-865D-4D99A243D607}"/>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30" name="Rectangle 106">
                  <a:extLst>
                    <a:ext uri="{FF2B5EF4-FFF2-40B4-BE49-F238E27FC236}">
                      <a16:creationId xmlns:a16="http://schemas.microsoft.com/office/drawing/2014/main" id="{10245D2E-CC77-4086-BCC3-A0197F2B00B6}"/>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8" name="Picture 27">
                <a:extLst>
                  <a:ext uri="{FF2B5EF4-FFF2-40B4-BE49-F238E27FC236}">
                    <a16:creationId xmlns:a16="http://schemas.microsoft.com/office/drawing/2014/main" id="{DCEB81F8-C688-45FA-85DD-6E8D11CB8C40}"/>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7" name="Rectangle 16">
              <a:extLst>
                <a:ext uri="{FF2B5EF4-FFF2-40B4-BE49-F238E27FC236}">
                  <a16:creationId xmlns:a16="http://schemas.microsoft.com/office/drawing/2014/main" id="{370CB165-B0A0-4E1A-9D5E-123B279565A1}"/>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
        <p:nvSpPr>
          <p:cNvPr id="19" name="Text Placeholder 2">
            <a:extLst>
              <a:ext uri="{FF2B5EF4-FFF2-40B4-BE49-F238E27FC236}">
                <a16:creationId xmlns:a16="http://schemas.microsoft.com/office/drawing/2014/main" id="{926D1722-3F77-4621-AAEA-90FFC6FD7C31}"/>
              </a:ext>
            </a:extLst>
          </p:cNvPr>
          <p:cNvSpPr>
            <a:spLocks noGrp="1"/>
          </p:cNvSpPr>
          <p:nvPr>
            <p:ph idx="1" hasCustomPrompt="1"/>
          </p:nvPr>
        </p:nvSpPr>
        <p:spPr bwMode="gray">
          <a:xfrm>
            <a:off x="659008" y="1141197"/>
            <a:ext cx="10875600" cy="5058000"/>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Tree>
    <p:extLst>
      <p:ext uri="{BB962C8B-B14F-4D97-AF65-F5344CB8AC3E}">
        <p14:creationId xmlns:p14="http://schemas.microsoft.com/office/powerpoint/2010/main" val="29446151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slide with subtitle">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lvl1pPr>
              <a:defRPr b="0"/>
            </a:lvl1pPr>
          </a:lstStyle>
          <a:p>
            <a:fld id="{DDD2A080-DA64-4F5C-9131-47EB793B4410}" type="slidenum">
              <a:rPr lang="en-GB" smtClean="0"/>
              <a:pPr/>
              <a:t>‹#›</a:t>
            </a:fld>
            <a:endParaRPr lang="en-GB" dirty="0"/>
          </a:p>
        </p:txBody>
      </p:sp>
      <p:sp>
        <p:nvSpPr>
          <p:cNvPr id="7" name="Text Placeholder 10"/>
          <p:cNvSpPr>
            <a:spLocks noGrp="1"/>
          </p:cNvSpPr>
          <p:nvPr>
            <p:ph type="body" sz="quarter" idx="12" hasCustomPrompt="1"/>
          </p:nvPr>
        </p:nvSpPr>
        <p:spPr>
          <a:xfrm>
            <a:off x="659008" y="1141535"/>
            <a:ext cx="10875600" cy="572464"/>
          </a:xfrm>
        </p:spPr>
        <p:txBody>
          <a:bodyPr anchor="t" anchorCtr="0">
            <a:noAutofit/>
          </a:bodyPr>
          <a:lstStyle>
            <a:lvl1pPr>
              <a:lnSpc>
                <a:spcPct val="93000"/>
              </a:lnSpc>
              <a:defRPr sz="2000" b="1">
                <a:solidFill>
                  <a:schemeClr val="bg2"/>
                </a:solidFill>
              </a:defRPr>
            </a:lvl1pPr>
          </a:lstStyle>
          <a:p>
            <a:pPr lvl="0"/>
            <a:r>
              <a:rPr lang="en-GB" noProof="0" dirty="0"/>
              <a:t>Click to add subtitle</a:t>
            </a:r>
          </a:p>
        </p:txBody>
      </p:sp>
      <p:sp>
        <p:nvSpPr>
          <p:cNvPr id="3" name="Footer Placeholder 2">
            <a:extLst>
              <a:ext uri="{FF2B5EF4-FFF2-40B4-BE49-F238E27FC236}">
                <a16:creationId xmlns:a16="http://schemas.microsoft.com/office/drawing/2014/main" id="{C3111100-54E5-4485-8E21-C43D23A55DA0}"/>
              </a:ext>
            </a:extLst>
          </p:cNvPr>
          <p:cNvSpPr>
            <a:spLocks noGrp="1"/>
          </p:cNvSpPr>
          <p:nvPr>
            <p:ph type="ftr" sz="quarter" idx="13"/>
          </p:nvPr>
        </p:nvSpPr>
        <p:spPr/>
        <p:txBody>
          <a:bodyPr/>
          <a:lstStyle>
            <a:lvl1pPr>
              <a:defRPr b="0"/>
            </a:lvl1pPr>
          </a:lstStyle>
          <a:p>
            <a:endParaRPr lang="en-GB" noProof="0" dirty="0"/>
          </a:p>
        </p:txBody>
      </p:sp>
      <p:sp>
        <p:nvSpPr>
          <p:cNvPr id="8" name="Title 7">
            <a:extLst>
              <a:ext uri="{FF2B5EF4-FFF2-40B4-BE49-F238E27FC236}">
                <a16:creationId xmlns:a16="http://schemas.microsoft.com/office/drawing/2014/main" id="{CF7659DA-FD3C-4CDF-A0E4-B4D12DEA5B37}"/>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34" name="Group 33">
            <a:extLst>
              <a:ext uri="{FF2B5EF4-FFF2-40B4-BE49-F238E27FC236}">
                <a16:creationId xmlns:a16="http://schemas.microsoft.com/office/drawing/2014/main" id="{7771093A-BC85-4B88-BF7B-F331439BE777}"/>
              </a:ext>
            </a:extLst>
          </p:cNvPr>
          <p:cNvGrpSpPr/>
          <p:nvPr userDrawn="1"/>
        </p:nvGrpSpPr>
        <p:grpSpPr>
          <a:xfrm>
            <a:off x="-2368598" y="0"/>
            <a:ext cx="1872000" cy="4379495"/>
            <a:chOff x="-2025698" y="0"/>
            <a:chExt cx="1872000" cy="4379495"/>
          </a:xfrm>
        </p:grpSpPr>
        <p:grpSp>
          <p:nvGrpSpPr>
            <p:cNvPr id="35" name="Group 34">
              <a:extLst>
                <a:ext uri="{FF2B5EF4-FFF2-40B4-BE49-F238E27FC236}">
                  <a16:creationId xmlns:a16="http://schemas.microsoft.com/office/drawing/2014/main" id="{5263592C-66AB-4A74-B308-9E1319D0F213}"/>
                </a:ext>
              </a:extLst>
            </p:cNvPr>
            <p:cNvGrpSpPr/>
            <p:nvPr userDrawn="1"/>
          </p:nvGrpSpPr>
          <p:grpSpPr>
            <a:xfrm>
              <a:off x="-2025698" y="0"/>
              <a:ext cx="1872000" cy="4379495"/>
              <a:chOff x="-2025698" y="0"/>
              <a:chExt cx="1872000" cy="4379495"/>
            </a:xfrm>
          </p:grpSpPr>
          <p:grpSp>
            <p:nvGrpSpPr>
              <p:cNvPr id="37" name="Group 36">
                <a:extLst>
                  <a:ext uri="{FF2B5EF4-FFF2-40B4-BE49-F238E27FC236}">
                    <a16:creationId xmlns:a16="http://schemas.microsoft.com/office/drawing/2014/main" id="{65521BC6-B0B1-47FC-8A45-E37704780F58}"/>
                  </a:ext>
                </a:extLst>
              </p:cNvPr>
              <p:cNvGrpSpPr/>
              <p:nvPr userDrawn="1"/>
            </p:nvGrpSpPr>
            <p:grpSpPr>
              <a:xfrm>
                <a:off x="-2025698" y="0"/>
                <a:ext cx="1872000" cy="4379495"/>
                <a:chOff x="-2025698" y="0"/>
                <a:chExt cx="1872000" cy="4379495"/>
              </a:xfrm>
            </p:grpSpPr>
            <p:grpSp>
              <p:nvGrpSpPr>
                <p:cNvPr id="39" name="Group 38">
                  <a:extLst>
                    <a:ext uri="{FF2B5EF4-FFF2-40B4-BE49-F238E27FC236}">
                      <a16:creationId xmlns:a16="http://schemas.microsoft.com/office/drawing/2014/main" id="{5C5DABA4-0DD8-4B5A-8A7B-0CCE6C694CBF}"/>
                    </a:ext>
                  </a:extLst>
                </p:cNvPr>
                <p:cNvGrpSpPr/>
                <p:nvPr/>
              </p:nvGrpSpPr>
              <p:grpSpPr>
                <a:xfrm>
                  <a:off x="-2025698" y="0"/>
                  <a:ext cx="1872000" cy="4379495"/>
                  <a:chOff x="-2025698" y="0"/>
                  <a:chExt cx="1872000" cy="4379495"/>
                </a:xfrm>
              </p:grpSpPr>
              <p:sp>
                <p:nvSpPr>
                  <p:cNvPr id="41" name="Rectangle 104">
                    <a:extLst>
                      <a:ext uri="{FF2B5EF4-FFF2-40B4-BE49-F238E27FC236}">
                        <a16:creationId xmlns:a16="http://schemas.microsoft.com/office/drawing/2014/main" id="{5B04D489-BB95-4B3B-9C16-2E281A982737}"/>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2" name="Rectangle 113">
                    <a:extLst>
                      <a:ext uri="{FF2B5EF4-FFF2-40B4-BE49-F238E27FC236}">
                        <a16:creationId xmlns:a16="http://schemas.microsoft.com/office/drawing/2014/main" id="{C2E28519-7415-4B75-AAB7-A68994663521}"/>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0" name="Rectangle 106">
                  <a:extLst>
                    <a:ext uri="{FF2B5EF4-FFF2-40B4-BE49-F238E27FC236}">
                      <a16:creationId xmlns:a16="http://schemas.microsoft.com/office/drawing/2014/main" id="{13B5BA0C-E713-485E-90AA-23967691E25A}"/>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38" name="Picture 37">
                <a:extLst>
                  <a:ext uri="{FF2B5EF4-FFF2-40B4-BE49-F238E27FC236}">
                    <a16:creationId xmlns:a16="http://schemas.microsoft.com/office/drawing/2014/main" id="{85920960-4898-4371-8C28-E2976DF9435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6" name="Rectangle 35">
              <a:extLst>
                <a:ext uri="{FF2B5EF4-FFF2-40B4-BE49-F238E27FC236}">
                  <a16:creationId xmlns:a16="http://schemas.microsoft.com/office/drawing/2014/main" id="{714976BB-6C70-4E37-9A8D-2139DFCE2698}"/>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
        <p:nvSpPr>
          <p:cNvPr id="16" name="Text Placeholder 2">
            <a:extLst>
              <a:ext uri="{FF2B5EF4-FFF2-40B4-BE49-F238E27FC236}">
                <a16:creationId xmlns:a16="http://schemas.microsoft.com/office/drawing/2014/main" id="{12971146-2CB7-4BAC-8EE4-87D88E943238}"/>
              </a:ext>
            </a:extLst>
          </p:cNvPr>
          <p:cNvSpPr>
            <a:spLocks noGrp="1"/>
          </p:cNvSpPr>
          <p:nvPr>
            <p:ph idx="1" hasCustomPrompt="1"/>
          </p:nvPr>
        </p:nvSpPr>
        <p:spPr bwMode="gray">
          <a:xfrm>
            <a:off x="659008" y="1795636"/>
            <a:ext cx="10875600" cy="4403948"/>
          </a:xfrm>
          <a:prstGeom prst="rect">
            <a:avLst/>
          </a:prstGeom>
        </p:spPr>
        <p:txBody>
          <a:bodyPr vert="horz" lIns="0" tIns="0" rIns="0" bIns="0" rtlCol="0">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Tree>
    <p:extLst>
      <p:ext uri="{BB962C8B-B14F-4D97-AF65-F5344CB8AC3E}">
        <p14:creationId xmlns:p14="http://schemas.microsoft.com/office/powerpoint/2010/main" val="40508549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sp>
        <p:nvSpPr>
          <p:cNvPr id="9" name="Text Placeholder 2"/>
          <p:cNvSpPr>
            <a:spLocks noGrp="1"/>
          </p:cNvSpPr>
          <p:nvPr>
            <p:ph idx="1" hasCustomPrompt="1"/>
          </p:nvPr>
        </p:nvSpPr>
        <p:spPr bwMode="gray">
          <a:xfrm>
            <a:off x="659008" y="1141197"/>
            <a:ext cx="10875600" cy="5058000"/>
          </a:xfrm>
          <a:prstGeom prst="rect">
            <a:avLst/>
          </a:prstGeom>
        </p:spPr>
        <p:txBody>
          <a:bodyPr vert="horz" lIns="0" tIns="0" rIns="0" bIns="0" rtlCol="0">
            <a:noAutofit/>
          </a:bodyPr>
          <a:lstStyle>
            <a:lvl1pPr marL="180000" indent="-180000">
              <a:buClr>
                <a:schemeClr val="accent1"/>
              </a:buClr>
              <a:buFontTx/>
              <a:buBlip>
                <a:blip r:embed="rId2">
                  <a:extLst>
                    <a:ext uri="{96DAC541-7B7A-43D3-8B79-37D633B846F1}">
                      <asvg:svgBlip xmlns:asvg="http://schemas.microsoft.com/office/drawing/2016/SVG/main" r:embed="rId3"/>
                    </a:ext>
                  </a:extLst>
                </a:blip>
              </a:buBlip>
              <a:defRPr/>
            </a:lvl1pPr>
            <a:lvl2pPr marL="360000" indent="-180000">
              <a:buClr>
                <a:schemeClr val="accent2"/>
              </a:buClr>
              <a:buFontTx/>
              <a:buBlip>
                <a:blip r:embed="rId4">
                  <a:extLst>
                    <a:ext uri="{96DAC541-7B7A-43D3-8B79-37D633B846F1}">
                      <asvg:svgBlip xmlns:asvg="http://schemas.microsoft.com/office/drawing/2016/SVG/main" r:embed="rId5"/>
                    </a:ext>
                  </a:extLst>
                </a:blip>
              </a:buBlip>
              <a:defRPr/>
            </a:lvl2pPr>
            <a:lvl3pPr marL="540000" indent="-180000">
              <a:buClr>
                <a:schemeClr val="accent3"/>
              </a:buClr>
              <a:buFontTx/>
              <a:buBlip>
                <a:blip r:embed="rId6">
                  <a:extLst>
                    <a:ext uri="{96DAC541-7B7A-43D3-8B79-37D633B846F1}">
                      <asvg:svgBlip xmlns:asvg="http://schemas.microsoft.com/office/drawing/2016/SVG/main" r:embed="rId7"/>
                    </a:ext>
                  </a:extLst>
                </a:blip>
              </a:buBlip>
              <a:defRPr/>
            </a:lvl3pPr>
            <a:lvl4pPr marL="720000" indent="-180000">
              <a:buClr>
                <a:schemeClr val="accent4"/>
              </a:buClr>
              <a:buFontTx/>
              <a:buBlip>
                <a:blip r:embed="rId8">
                  <a:extLst>
                    <a:ext uri="{96DAC541-7B7A-43D3-8B79-37D633B846F1}">
                      <asvg:svgBlip xmlns:asvg="http://schemas.microsoft.com/office/drawing/2016/SVG/main" r:embed="rId9"/>
                    </a:ext>
                  </a:extLst>
                </a:blip>
              </a:buBlip>
              <a:defRPr/>
            </a:lvl4pPr>
            <a:lvl5pPr marL="900000" indent="-180000">
              <a:buClr>
                <a:schemeClr val="accent5"/>
              </a:buClr>
              <a:buFontTx/>
              <a:buBlip>
                <a:blip r:embed="rId10">
                  <a:extLst>
                    <a:ext uri="{96DAC541-7B7A-43D3-8B79-37D633B846F1}">
                      <asvg:svgBlip xmlns:asvg="http://schemas.microsoft.com/office/drawing/2016/SVG/main" r:embed="rId11"/>
                    </a:ext>
                  </a:extLst>
                </a:blip>
              </a:buBlip>
              <a:defRPr/>
            </a:lvl5pPr>
            <a:lvl6pPr marL="1080000" indent="-180000">
              <a:lnSpc>
                <a:spcPct val="93000"/>
              </a:lnSpc>
              <a:spcBef>
                <a:spcPts val="0"/>
              </a:spcBef>
              <a:buFontTx/>
              <a:buBlip>
                <a:blip r:embed="rId12">
                  <a:extLst>
                    <a:ext uri="{96DAC541-7B7A-43D3-8B79-37D633B846F1}">
                      <asvg:svgBlip xmlns:asvg="http://schemas.microsoft.com/office/drawing/2016/SVG/main" r:embed="rId13"/>
                    </a:ext>
                  </a:extLst>
                </a:blip>
              </a:buBlip>
              <a:defRPr sz="2000"/>
            </a:lvl6pPr>
            <a:lvl7pPr marL="1260000" indent="-180000">
              <a:lnSpc>
                <a:spcPct val="93000"/>
              </a:lnSpc>
              <a:spcBef>
                <a:spcPts val="0"/>
              </a:spcBef>
              <a:buFontTx/>
              <a:buBlip>
                <a:blip r:embed="rId14">
                  <a:extLst>
                    <a:ext uri="{96DAC541-7B7A-43D3-8B79-37D633B846F1}">
                      <asvg:svgBlip xmlns:asvg="http://schemas.microsoft.com/office/drawing/2016/SVG/main" r:embed="rId15"/>
                    </a:ext>
                  </a:extLst>
                </a:blip>
              </a:buBlip>
              <a:defRPr sz="2000"/>
            </a:lvl7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a:t>Fifth level</a:t>
            </a:r>
          </a:p>
          <a:p>
            <a:pPr lvl="5"/>
            <a:r>
              <a:rPr lang="en-GB" noProof="0"/>
              <a:t>Sixth level</a:t>
            </a:r>
          </a:p>
          <a:p>
            <a:pPr lvl="6"/>
            <a:r>
              <a:rPr lang="en-GB" noProof="0"/>
              <a:t>Seventh level</a:t>
            </a:r>
            <a:endParaRPr lang="en-GB" noProof="0" dirty="0"/>
          </a:p>
        </p:txBody>
      </p:sp>
      <p:sp>
        <p:nvSpPr>
          <p:cNvPr id="5" name="Slide Number Placeholder 4"/>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D200E7AA-C44B-426E-B459-FAE63DF6B45E}"/>
              </a:ext>
            </a:extLst>
          </p:cNvPr>
          <p:cNvSpPr>
            <a:spLocks noGrp="1"/>
          </p:cNvSpPr>
          <p:nvPr>
            <p:ph type="ftr" sz="quarter" idx="12"/>
          </p:nvPr>
        </p:nvSpPr>
        <p:spPr/>
        <p:txBody>
          <a:bodyPr/>
          <a:lstStyle>
            <a:lvl1pPr>
              <a:defRPr/>
            </a:lvl1pPr>
          </a:lstStyle>
          <a:p>
            <a:endParaRPr lang="en-GB" noProof="0"/>
          </a:p>
        </p:txBody>
      </p:sp>
      <p:sp>
        <p:nvSpPr>
          <p:cNvPr id="7" name="Title 6">
            <a:extLst>
              <a:ext uri="{FF2B5EF4-FFF2-40B4-BE49-F238E27FC236}">
                <a16:creationId xmlns:a16="http://schemas.microsoft.com/office/drawing/2014/main" id="{572D2BF4-B73D-41D9-ABBC-BA54F524221F}"/>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6" name="Group 5">
            <a:extLst>
              <a:ext uri="{FF2B5EF4-FFF2-40B4-BE49-F238E27FC236}">
                <a16:creationId xmlns:a16="http://schemas.microsoft.com/office/drawing/2014/main" id="{28518AE9-A05C-440E-B9E1-876EC28E1BD0}"/>
              </a:ext>
            </a:extLst>
          </p:cNvPr>
          <p:cNvGrpSpPr/>
          <p:nvPr userDrawn="1"/>
        </p:nvGrpSpPr>
        <p:grpSpPr>
          <a:xfrm>
            <a:off x="-2368598" y="0"/>
            <a:ext cx="1872000" cy="4379495"/>
            <a:chOff x="-2025698" y="0"/>
            <a:chExt cx="1872000" cy="4379495"/>
          </a:xfrm>
        </p:grpSpPr>
        <p:grpSp>
          <p:nvGrpSpPr>
            <p:cNvPr id="8" name="Group 7">
              <a:extLst>
                <a:ext uri="{FF2B5EF4-FFF2-40B4-BE49-F238E27FC236}">
                  <a16:creationId xmlns:a16="http://schemas.microsoft.com/office/drawing/2014/main" id="{D9DF109D-A8C2-4886-80B0-048F765CAB37}"/>
                </a:ext>
              </a:extLst>
            </p:cNvPr>
            <p:cNvGrpSpPr/>
            <p:nvPr userDrawn="1"/>
          </p:nvGrpSpPr>
          <p:grpSpPr>
            <a:xfrm>
              <a:off x="-2025698" y="0"/>
              <a:ext cx="1872000" cy="4379495"/>
              <a:chOff x="-2025698" y="0"/>
              <a:chExt cx="1872000" cy="4379495"/>
            </a:xfrm>
          </p:grpSpPr>
          <p:grpSp>
            <p:nvGrpSpPr>
              <p:cNvPr id="11" name="Group 10">
                <a:extLst>
                  <a:ext uri="{FF2B5EF4-FFF2-40B4-BE49-F238E27FC236}">
                    <a16:creationId xmlns:a16="http://schemas.microsoft.com/office/drawing/2014/main" id="{0480695D-2895-4499-A20D-9E1A9EEDC854}"/>
                  </a:ext>
                </a:extLst>
              </p:cNvPr>
              <p:cNvGrpSpPr/>
              <p:nvPr userDrawn="1"/>
            </p:nvGrpSpPr>
            <p:grpSpPr>
              <a:xfrm>
                <a:off x="-2025698" y="0"/>
                <a:ext cx="1872000" cy="4379495"/>
                <a:chOff x="-2025698" y="0"/>
                <a:chExt cx="1872000" cy="4379495"/>
              </a:xfrm>
            </p:grpSpPr>
            <p:grpSp>
              <p:nvGrpSpPr>
                <p:cNvPr id="13" name="Group 12">
                  <a:extLst>
                    <a:ext uri="{FF2B5EF4-FFF2-40B4-BE49-F238E27FC236}">
                      <a16:creationId xmlns:a16="http://schemas.microsoft.com/office/drawing/2014/main" id="{8FDDD35E-C14B-4A25-8CDC-FF3D2C373200}"/>
                    </a:ext>
                  </a:extLst>
                </p:cNvPr>
                <p:cNvGrpSpPr/>
                <p:nvPr/>
              </p:nvGrpSpPr>
              <p:grpSpPr>
                <a:xfrm>
                  <a:off x="-2025698" y="0"/>
                  <a:ext cx="1872000" cy="4379495"/>
                  <a:chOff x="-2025698" y="0"/>
                  <a:chExt cx="1872000" cy="4379495"/>
                </a:xfrm>
              </p:grpSpPr>
              <p:sp>
                <p:nvSpPr>
                  <p:cNvPr id="15" name="Rectangle 104">
                    <a:extLst>
                      <a:ext uri="{FF2B5EF4-FFF2-40B4-BE49-F238E27FC236}">
                        <a16:creationId xmlns:a16="http://schemas.microsoft.com/office/drawing/2014/main" id="{D5CE5D8E-9FD9-4A5B-89EB-A650D1C27FF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16" name="Rectangle 113">
                    <a:extLst>
                      <a:ext uri="{FF2B5EF4-FFF2-40B4-BE49-F238E27FC236}">
                        <a16:creationId xmlns:a16="http://schemas.microsoft.com/office/drawing/2014/main" id="{A06B4935-D494-4304-AC9F-CD1905ED11B3}"/>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14" name="Rectangle 106">
                  <a:extLst>
                    <a:ext uri="{FF2B5EF4-FFF2-40B4-BE49-F238E27FC236}">
                      <a16:creationId xmlns:a16="http://schemas.microsoft.com/office/drawing/2014/main" id="{0FBBC0EA-00FB-4241-8D08-083F6FF05DB7}"/>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12" name="Picture 11">
                <a:extLst>
                  <a:ext uri="{FF2B5EF4-FFF2-40B4-BE49-F238E27FC236}">
                    <a16:creationId xmlns:a16="http://schemas.microsoft.com/office/drawing/2014/main" id="{3BEBDEE9-4DE3-4572-9ED1-61CE6B32A511}"/>
                  </a:ext>
                </a:extLst>
              </p:cNvPr>
              <p:cNvPicPr>
                <a:picLocks noChangeAspect="1"/>
              </p:cNvPicPr>
              <p:nvPr userDrawn="1"/>
            </p:nvPicPr>
            <p:blipFill>
              <a:blip r:embed="rId16"/>
              <a:srcRect/>
              <a:stretch/>
            </p:blipFill>
            <p:spPr>
              <a:xfrm>
                <a:off x="-1893936" y="1754883"/>
                <a:ext cx="1046211" cy="788945"/>
              </a:xfrm>
              <a:prstGeom prst="rect">
                <a:avLst/>
              </a:prstGeom>
            </p:spPr>
          </p:pic>
        </p:grpSp>
        <p:sp>
          <p:nvSpPr>
            <p:cNvPr id="10" name="Rectangle 9">
              <a:extLst>
                <a:ext uri="{FF2B5EF4-FFF2-40B4-BE49-F238E27FC236}">
                  <a16:creationId xmlns:a16="http://schemas.microsoft.com/office/drawing/2014/main" id="{2FFB253F-6D46-44AA-A75D-74AAE0E0BC0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2585600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full pictur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B75F6F7-FB67-4EC8-8492-B81B33A8C169}"/>
              </a:ext>
            </a:extLst>
          </p:cNvPr>
          <p:cNvGrpSpPr/>
          <p:nvPr userDrawn="1"/>
        </p:nvGrpSpPr>
        <p:grpSpPr>
          <a:xfrm>
            <a:off x="-435429" y="5878278"/>
            <a:ext cx="290286" cy="979713"/>
            <a:chOff x="-435429" y="5878278"/>
            <a:chExt cx="290286" cy="979713"/>
          </a:xfrm>
        </p:grpSpPr>
        <p:cxnSp>
          <p:nvCxnSpPr>
            <p:cNvPr id="15" name="Straight Connector 14">
              <a:extLst>
                <a:ext uri="{FF2B5EF4-FFF2-40B4-BE49-F238E27FC236}">
                  <a16:creationId xmlns:a16="http://schemas.microsoft.com/office/drawing/2014/main" id="{A087FD79-4C26-49F1-866C-EA798B35D4CC}"/>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7E1CC9-42C3-41DF-A063-2533A041EBD6}"/>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6AE355DD-C7E7-4A4E-B99F-2A9022930A62}"/>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325DB4B-BB6C-4E96-B97C-7F608E23A5F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sp>
        <p:nvSpPr>
          <p:cNvPr id="28" name="TextBox 27">
            <a:extLst>
              <a:ext uri="{FF2B5EF4-FFF2-40B4-BE49-F238E27FC236}">
                <a16:creationId xmlns:a16="http://schemas.microsoft.com/office/drawing/2014/main" id="{0715040F-C51E-4BC8-BAA4-E7C486B99129}"/>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pic>
        <p:nvPicPr>
          <p:cNvPr id="45" name="ING identifier">
            <a:extLst>
              <a:ext uri="{FF2B5EF4-FFF2-40B4-BE49-F238E27FC236}">
                <a16:creationId xmlns:a16="http://schemas.microsoft.com/office/drawing/2014/main" id="{EEE85C1B-203A-4958-A943-8138A468D04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544428" y="4964165"/>
            <a:ext cx="1647571" cy="1893836"/>
          </a:xfrm>
          <a:prstGeom prst="rect">
            <a:avLst/>
          </a:prstGeom>
        </p:spPr>
      </p:pic>
      <p:sp>
        <p:nvSpPr>
          <p:cNvPr id="7" name="Project Placeholder">
            <a:extLst>
              <a:ext uri="{FF2B5EF4-FFF2-40B4-BE49-F238E27FC236}">
                <a16:creationId xmlns:a16="http://schemas.microsoft.com/office/drawing/2014/main" id="{91CED5FC-8BD5-48C5-9E58-7BB378951BE7}"/>
              </a:ext>
            </a:extLst>
          </p:cNvPr>
          <p:cNvSpPr>
            <a:spLocks noGrp="1" noChangeAspect="1"/>
          </p:cNvSpPr>
          <p:nvPr>
            <p:ph type="pic" sz="quarter" idx="16" hasCustomPrompt="1"/>
          </p:nvPr>
        </p:nvSpPr>
        <p:spPr>
          <a:xfrm>
            <a:off x="658798" y="5896308"/>
            <a:ext cx="3857457"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22" name="Text Placeholder 2">
            <a:extLst>
              <a:ext uri="{FF2B5EF4-FFF2-40B4-BE49-F238E27FC236}">
                <a16:creationId xmlns:a16="http://schemas.microsoft.com/office/drawing/2014/main" id="{DE1C96E9-595E-4298-9E38-674AB1833A5D}"/>
              </a:ext>
            </a:extLst>
          </p:cNvPr>
          <p:cNvSpPr>
            <a:spLocks noGrp="1"/>
          </p:cNvSpPr>
          <p:nvPr>
            <p:ph type="body" sz="quarter" idx="14" hasCustomPrompt="1"/>
          </p:nvPr>
        </p:nvSpPr>
        <p:spPr>
          <a:xfrm>
            <a:off x="658999" y="558394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t>
            </a:r>
            <a:r>
              <a:rPr lang="en-GB" noProof="0"/>
              <a:t>add date</a:t>
            </a:r>
          </a:p>
        </p:txBody>
      </p:sp>
      <p:sp>
        <p:nvSpPr>
          <p:cNvPr id="20" name="Subtitle 2">
            <a:extLst>
              <a:ext uri="{FF2B5EF4-FFF2-40B4-BE49-F238E27FC236}">
                <a16:creationId xmlns:a16="http://schemas.microsoft.com/office/drawing/2014/main" id="{A8EDA20D-6EDD-4B8B-AFF1-92BB2BB3A93D}"/>
              </a:ext>
            </a:extLst>
          </p:cNvPr>
          <p:cNvSpPr>
            <a:spLocks noGrp="1"/>
          </p:cNvSpPr>
          <p:nvPr>
            <p:ph type="subTitle" idx="1" hasCustomPrompt="1"/>
          </p:nvPr>
        </p:nvSpPr>
        <p:spPr bwMode="gray">
          <a:xfrm>
            <a:off x="658998" y="5276905"/>
            <a:ext cx="5256000" cy="294302"/>
          </a:xfrm>
        </p:spPr>
        <p:txBody>
          <a:bodyPr wrap="square" l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a:t>
            </a:r>
            <a:r>
              <a:rPr lang="en-GB" noProof="0"/>
              <a:t>or author</a:t>
            </a:r>
          </a:p>
        </p:txBody>
      </p:sp>
      <p:sp>
        <p:nvSpPr>
          <p:cNvPr id="156" name="Picture Placeholder 155">
            <a:extLst>
              <a:ext uri="{FF2B5EF4-FFF2-40B4-BE49-F238E27FC236}">
                <a16:creationId xmlns:a16="http://schemas.microsoft.com/office/drawing/2014/main" id="{7425731A-743F-4AF6-BD8E-C71C4F4E2EBD}"/>
              </a:ext>
            </a:extLst>
          </p:cNvPr>
          <p:cNvSpPr>
            <a:spLocks noGrp="1"/>
          </p:cNvSpPr>
          <p:nvPr>
            <p:ph type="pic" sz="quarter" idx="12"/>
          </p:nvPr>
        </p:nvSpPr>
        <p:spPr bwMode="gray">
          <a:xfrm>
            <a:off x="0" y="-176400"/>
            <a:ext cx="12192000" cy="5157745"/>
          </a:xfrm>
          <a:custGeom>
            <a:avLst/>
            <a:gdLst>
              <a:gd name="connsiteX0" fmla="*/ 0 w 12192000"/>
              <a:gd name="connsiteY0" fmla="*/ 0 h 5157745"/>
              <a:gd name="connsiteX1" fmla="*/ 12192000 w 12192000"/>
              <a:gd name="connsiteY1" fmla="*/ 0 h 5157745"/>
              <a:gd name="connsiteX2" fmla="*/ 12192000 w 12192000"/>
              <a:gd name="connsiteY2" fmla="*/ 5157745 h 5157745"/>
              <a:gd name="connsiteX3" fmla="*/ 191455 w 12192000"/>
              <a:gd name="connsiteY3" fmla="*/ 5157745 h 5157745"/>
              <a:gd name="connsiteX4" fmla="*/ 0 w 12192000"/>
              <a:gd name="connsiteY4" fmla="*/ 4966290 h 5157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57745">
                <a:moveTo>
                  <a:pt x="0" y="0"/>
                </a:moveTo>
                <a:lnTo>
                  <a:pt x="12192000" y="0"/>
                </a:lnTo>
                <a:lnTo>
                  <a:pt x="12192000" y="5157745"/>
                </a:lnTo>
                <a:lnTo>
                  <a:pt x="191455" y="5157745"/>
                </a:lnTo>
                <a:cubicBezTo>
                  <a:pt x="85717" y="5157745"/>
                  <a:pt x="0" y="5072028"/>
                  <a:pt x="0" y="4966290"/>
                </a:cubicBezTo>
                <a:close/>
              </a:path>
            </a:pathLst>
          </a:custGeom>
          <a:solidFill>
            <a:schemeClr val="accent2">
              <a:lumMod val="20000"/>
              <a:lumOff val="80000"/>
              <a:alpha val="10000"/>
            </a:schemeClr>
          </a:solidFill>
        </p:spPr>
        <p:txBody>
          <a:bodyPr wrap="square" lIns="2880000" tIns="0" anchor="ctr" anchorCtr="0">
            <a:noAutofit/>
          </a:bodyPr>
          <a:lstStyle>
            <a:lvl1pPr algn="ctr">
              <a:defRPr sz="1400" b="0"/>
            </a:lvl1pPr>
          </a:lstStyle>
          <a:p>
            <a:r>
              <a:rPr lang="en-US" noProof="0"/>
              <a:t>Click icon to add picture</a:t>
            </a:r>
            <a:endParaRPr lang="en-GB" noProof="0" dirty="0"/>
          </a:p>
        </p:txBody>
      </p:sp>
      <p:sp>
        <p:nvSpPr>
          <p:cNvPr id="21" name="Text Placeholder 6">
            <a:extLst>
              <a:ext uri="{FF2B5EF4-FFF2-40B4-BE49-F238E27FC236}">
                <a16:creationId xmlns:a16="http://schemas.microsoft.com/office/drawing/2014/main" id="{D70CDBB0-369C-45DE-9CC2-370E4C98C65F}"/>
              </a:ext>
            </a:extLst>
          </p:cNvPr>
          <p:cNvSpPr>
            <a:spLocks noGrp="1"/>
          </p:cNvSpPr>
          <p:nvPr>
            <p:ph type="body" sz="quarter" idx="11" hasCustomPrompt="1"/>
          </p:nvPr>
        </p:nvSpPr>
        <p:spPr bwMode="gray">
          <a:xfrm>
            <a:off x="990000" y="2448480"/>
            <a:ext cx="4786024"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a:t>
            </a:r>
          </a:p>
        </p:txBody>
      </p:sp>
      <p:sp>
        <p:nvSpPr>
          <p:cNvPr id="19" name="Title 1">
            <a:extLst>
              <a:ext uri="{FF2B5EF4-FFF2-40B4-BE49-F238E27FC236}">
                <a16:creationId xmlns:a16="http://schemas.microsoft.com/office/drawing/2014/main" id="{2C9487CD-303C-46D0-A559-E815772F3479}"/>
              </a:ext>
            </a:extLst>
          </p:cNvPr>
          <p:cNvSpPr>
            <a:spLocks noGrp="1"/>
          </p:cNvSpPr>
          <p:nvPr>
            <p:ph type="ctrTitle" hasCustomPrompt="1"/>
          </p:nvPr>
        </p:nvSpPr>
        <p:spPr bwMode="gray">
          <a:xfrm>
            <a:off x="658799" y="163486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GB" noProof="0"/>
              <a:t>Click </a:t>
            </a:r>
            <a:r>
              <a:rPr lang="en-GB" noProof="0" dirty="0"/>
              <a:t>to </a:t>
            </a:r>
            <a:r>
              <a:rPr lang="en-GB" noProof="0"/>
              <a:t>add title</a:t>
            </a:r>
            <a:endParaRPr lang="en-GB" noProof="0" dirty="0"/>
          </a:p>
        </p:txBody>
      </p:sp>
    </p:spTree>
    <p:extLst>
      <p:ext uri="{BB962C8B-B14F-4D97-AF65-F5344CB8AC3E}">
        <p14:creationId xmlns:p14="http://schemas.microsoft.com/office/powerpoint/2010/main" val="2490451046"/>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full picture ING logo">
    <p:bg>
      <p:bgPr>
        <a:solidFill>
          <a:schemeClr val="bg1">
            <a:alpha val="1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B75F6F7-FB67-4EC8-8492-B81B33A8C169}"/>
              </a:ext>
            </a:extLst>
          </p:cNvPr>
          <p:cNvGrpSpPr/>
          <p:nvPr userDrawn="1"/>
        </p:nvGrpSpPr>
        <p:grpSpPr>
          <a:xfrm>
            <a:off x="-435429" y="5878278"/>
            <a:ext cx="290286" cy="979713"/>
            <a:chOff x="-435429" y="5878278"/>
            <a:chExt cx="290286" cy="979713"/>
          </a:xfrm>
        </p:grpSpPr>
        <p:cxnSp>
          <p:nvCxnSpPr>
            <p:cNvPr id="15" name="Straight Connector 14">
              <a:extLst>
                <a:ext uri="{FF2B5EF4-FFF2-40B4-BE49-F238E27FC236}">
                  <a16:creationId xmlns:a16="http://schemas.microsoft.com/office/drawing/2014/main" id="{A087FD79-4C26-49F1-866C-EA798B35D4CC}"/>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B7E1CC9-42C3-41DF-A063-2533A041EBD6}"/>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6AE355DD-C7E7-4A4E-B99F-2A9022930A62}"/>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325DB4B-BB6C-4E96-B97C-7F608E23A5F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25" name="ING logo">
            <a:extLst>
              <a:ext uri="{FF2B5EF4-FFF2-40B4-BE49-F238E27FC236}">
                <a16:creationId xmlns:a16="http://schemas.microsoft.com/office/drawing/2014/main" id="{9E0C486C-31FE-42C0-85B9-EBE13E28A0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sp>
        <p:nvSpPr>
          <p:cNvPr id="22" name="Text Placeholder 2">
            <a:extLst>
              <a:ext uri="{FF2B5EF4-FFF2-40B4-BE49-F238E27FC236}">
                <a16:creationId xmlns:a16="http://schemas.microsoft.com/office/drawing/2014/main" id="{DE1C96E9-595E-4298-9E38-674AB1833A5D}"/>
              </a:ext>
            </a:extLst>
          </p:cNvPr>
          <p:cNvSpPr>
            <a:spLocks noGrp="1"/>
          </p:cNvSpPr>
          <p:nvPr>
            <p:ph type="body" sz="quarter" idx="14" hasCustomPrompt="1"/>
          </p:nvPr>
        </p:nvSpPr>
        <p:spPr>
          <a:xfrm>
            <a:off x="658798" y="558394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t>
            </a:r>
            <a:r>
              <a:rPr lang="en-GB" noProof="0"/>
              <a:t>add date</a:t>
            </a:r>
          </a:p>
        </p:txBody>
      </p:sp>
      <p:sp>
        <p:nvSpPr>
          <p:cNvPr id="20" name="Subtitle 2">
            <a:extLst>
              <a:ext uri="{FF2B5EF4-FFF2-40B4-BE49-F238E27FC236}">
                <a16:creationId xmlns:a16="http://schemas.microsoft.com/office/drawing/2014/main" id="{A8EDA20D-6EDD-4B8B-AFF1-92BB2BB3A93D}"/>
              </a:ext>
            </a:extLst>
          </p:cNvPr>
          <p:cNvSpPr>
            <a:spLocks noGrp="1"/>
          </p:cNvSpPr>
          <p:nvPr>
            <p:ph type="subTitle" idx="1" hasCustomPrompt="1"/>
          </p:nvPr>
        </p:nvSpPr>
        <p:spPr bwMode="gray">
          <a:xfrm>
            <a:off x="658798" y="5276905"/>
            <a:ext cx="5256000" cy="294302"/>
          </a:xfrm>
        </p:spPr>
        <p:txBody>
          <a:bodyPr wrap="square" l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a:t>
            </a:r>
            <a:r>
              <a:rPr lang="en-GB" noProof="0"/>
              <a:t>or author</a:t>
            </a:r>
          </a:p>
        </p:txBody>
      </p:sp>
      <p:sp>
        <p:nvSpPr>
          <p:cNvPr id="29" name="Picture Placeholder 28">
            <a:extLst>
              <a:ext uri="{FF2B5EF4-FFF2-40B4-BE49-F238E27FC236}">
                <a16:creationId xmlns:a16="http://schemas.microsoft.com/office/drawing/2014/main" id="{A6006EC7-B988-467E-8549-F0245BF57349}"/>
              </a:ext>
            </a:extLst>
          </p:cNvPr>
          <p:cNvSpPr>
            <a:spLocks noGrp="1"/>
          </p:cNvSpPr>
          <p:nvPr>
            <p:ph type="pic" sz="quarter" idx="12"/>
          </p:nvPr>
        </p:nvSpPr>
        <p:spPr bwMode="gray">
          <a:xfrm>
            <a:off x="0" y="-176400"/>
            <a:ext cx="12192000" cy="5157745"/>
          </a:xfrm>
          <a:custGeom>
            <a:avLst/>
            <a:gdLst>
              <a:gd name="connsiteX0" fmla="*/ 0 w 12192000"/>
              <a:gd name="connsiteY0" fmla="*/ 0 h 5157745"/>
              <a:gd name="connsiteX1" fmla="*/ 12192000 w 12192000"/>
              <a:gd name="connsiteY1" fmla="*/ 0 h 5157745"/>
              <a:gd name="connsiteX2" fmla="*/ 12192000 w 12192000"/>
              <a:gd name="connsiteY2" fmla="*/ 5157745 h 5157745"/>
              <a:gd name="connsiteX3" fmla="*/ 191455 w 12192000"/>
              <a:gd name="connsiteY3" fmla="*/ 5157745 h 5157745"/>
              <a:gd name="connsiteX4" fmla="*/ 0 w 12192000"/>
              <a:gd name="connsiteY4" fmla="*/ 4966290 h 5157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57745">
                <a:moveTo>
                  <a:pt x="0" y="0"/>
                </a:moveTo>
                <a:lnTo>
                  <a:pt x="12192000" y="0"/>
                </a:lnTo>
                <a:lnTo>
                  <a:pt x="12192000" y="5157745"/>
                </a:lnTo>
                <a:lnTo>
                  <a:pt x="191455" y="5157745"/>
                </a:lnTo>
                <a:cubicBezTo>
                  <a:pt x="85717" y="5157745"/>
                  <a:pt x="0" y="5072028"/>
                  <a:pt x="0" y="4966290"/>
                </a:cubicBezTo>
                <a:close/>
              </a:path>
            </a:pathLst>
          </a:custGeom>
          <a:solidFill>
            <a:schemeClr val="accent2">
              <a:lumMod val="20000"/>
              <a:lumOff val="80000"/>
              <a:alpha val="10000"/>
            </a:schemeClr>
          </a:solidFill>
        </p:spPr>
        <p:txBody>
          <a:bodyPr wrap="square" lIns="2880000" tIns="0" anchor="ctr" anchorCtr="0">
            <a:noAutofit/>
          </a:bodyPr>
          <a:lstStyle>
            <a:lvl1pPr algn="ctr">
              <a:defRPr sz="1400" b="0"/>
            </a:lvl1pPr>
          </a:lstStyle>
          <a:p>
            <a:r>
              <a:rPr lang="en-US" noProof="0"/>
              <a:t>Click icon to add picture</a:t>
            </a:r>
            <a:endParaRPr lang="en-GB" noProof="0" dirty="0"/>
          </a:p>
        </p:txBody>
      </p:sp>
      <p:sp>
        <p:nvSpPr>
          <p:cNvPr id="21" name="Text Placeholder 6">
            <a:extLst>
              <a:ext uri="{FF2B5EF4-FFF2-40B4-BE49-F238E27FC236}">
                <a16:creationId xmlns:a16="http://schemas.microsoft.com/office/drawing/2014/main" id="{D70CDBB0-369C-45DE-9CC2-370E4C98C65F}"/>
              </a:ext>
            </a:extLst>
          </p:cNvPr>
          <p:cNvSpPr>
            <a:spLocks noGrp="1"/>
          </p:cNvSpPr>
          <p:nvPr>
            <p:ph type="body" sz="quarter" idx="11" hasCustomPrompt="1"/>
          </p:nvPr>
        </p:nvSpPr>
        <p:spPr bwMode="gray">
          <a:xfrm>
            <a:off x="990000" y="2448480"/>
            <a:ext cx="4786024"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a:t>
            </a:r>
          </a:p>
        </p:txBody>
      </p:sp>
      <p:sp>
        <p:nvSpPr>
          <p:cNvPr id="19" name="Title 1">
            <a:extLst>
              <a:ext uri="{FF2B5EF4-FFF2-40B4-BE49-F238E27FC236}">
                <a16:creationId xmlns:a16="http://schemas.microsoft.com/office/drawing/2014/main" id="{2C9487CD-303C-46D0-A559-E815772F3479}"/>
              </a:ext>
            </a:extLst>
          </p:cNvPr>
          <p:cNvSpPr>
            <a:spLocks noGrp="1"/>
          </p:cNvSpPr>
          <p:nvPr>
            <p:ph type="ctrTitle" hasCustomPrompt="1"/>
          </p:nvPr>
        </p:nvSpPr>
        <p:spPr bwMode="gray">
          <a:xfrm>
            <a:off x="658800" y="1634399"/>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defRPr sz="3600" b="1">
                <a:solidFill>
                  <a:schemeClr val="bg1"/>
                </a:solidFill>
                <a:latin typeface="+mj-lt"/>
              </a:defRPr>
            </a:lvl1pPr>
          </a:lstStyle>
          <a:p>
            <a:r>
              <a:rPr lang="en-GB" noProof="0" dirty="0"/>
              <a:t>Click to </a:t>
            </a:r>
            <a:r>
              <a:rPr lang="en-GB" noProof="0"/>
              <a:t>add title</a:t>
            </a:r>
            <a:endParaRPr lang="en-GB" noProof="0" dirty="0"/>
          </a:p>
        </p:txBody>
      </p:sp>
      <p:sp>
        <p:nvSpPr>
          <p:cNvPr id="28" name="Project Placeholder">
            <a:extLst>
              <a:ext uri="{FF2B5EF4-FFF2-40B4-BE49-F238E27FC236}">
                <a16:creationId xmlns:a16="http://schemas.microsoft.com/office/drawing/2014/main" id="{5E4AFE1E-9B76-42E0-A2EA-84F5D0E53D02}"/>
              </a:ext>
            </a:extLst>
          </p:cNvPr>
          <p:cNvSpPr>
            <a:spLocks noGrp="1" noChangeAspect="1"/>
          </p:cNvSpPr>
          <p:nvPr>
            <p:ph type="pic" sz="quarter" idx="16" hasCustomPrompt="1"/>
          </p:nvPr>
        </p:nvSpPr>
        <p:spPr>
          <a:xfrm>
            <a:off x="658798" y="5896309"/>
            <a:ext cx="3857408" cy="961679"/>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
        <p:nvSpPr>
          <p:cNvPr id="16" name="TextBox 15">
            <a:extLst>
              <a:ext uri="{FF2B5EF4-FFF2-40B4-BE49-F238E27FC236}">
                <a16:creationId xmlns:a16="http://schemas.microsoft.com/office/drawing/2014/main" id="{D6E113D3-2DD2-409B-B6A5-8210F7F82BD3}"/>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Tree>
    <p:extLst>
      <p:ext uri="{BB962C8B-B14F-4D97-AF65-F5344CB8AC3E}">
        <p14:creationId xmlns:p14="http://schemas.microsoft.com/office/powerpoint/2010/main" val="106187590"/>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white ING logo">
    <p:bg bwMode="gray">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18D78F9-BB7D-40AA-8961-EB7AA360E747}"/>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cxnSp>
        <p:nvCxnSpPr>
          <p:cNvPr id="10" name="Straight Connector 9">
            <a:extLst>
              <a:ext uri="{FF2B5EF4-FFF2-40B4-BE49-F238E27FC236}">
                <a16:creationId xmlns:a16="http://schemas.microsoft.com/office/drawing/2014/main" id="{8EDB157E-826F-4E03-8A69-685294EC5B1D}"/>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73288B3-3A33-4122-B8B7-0142A71D1C97}"/>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12" name="ING logo">
            <a:extLst>
              <a:ext uri="{FF2B5EF4-FFF2-40B4-BE49-F238E27FC236}">
                <a16:creationId xmlns:a16="http://schemas.microsoft.com/office/drawing/2014/main" id="{4D97A26D-2654-4F2E-A196-B6096B1AEBA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sp>
        <p:nvSpPr>
          <p:cNvPr id="3" name="Text Placeholder 2">
            <a:extLst>
              <a:ext uri="{FF2B5EF4-FFF2-40B4-BE49-F238E27FC236}">
                <a16:creationId xmlns:a16="http://schemas.microsoft.com/office/drawing/2014/main" id="{F7D0D5B2-609E-47E4-8BC9-E79E8E4C625C}"/>
              </a:ext>
            </a:extLst>
          </p:cNvPr>
          <p:cNvSpPr>
            <a:spLocks noGrp="1"/>
          </p:cNvSpPr>
          <p:nvPr>
            <p:ph type="body" sz="quarter" idx="12" hasCustomPrompt="1"/>
          </p:nvPr>
        </p:nvSpPr>
        <p:spPr>
          <a:xfrm>
            <a:off x="658800" y="5583600"/>
            <a:ext cx="5256000" cy="294302"/>
          </a:xfrm>
        </p:spPr>
        <p:txBody>
          <a:bodyPr wrap="square" lIns="0"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dirty="0"/>
              <a:t>Click to </a:t>
            </a:r>
            <a:r>
              <a:rPr lang="en-GB" noProof="0"/>
              <a:t>add date</a:t>
            </a:r>
          </a:p>
        </p:txBody>
      </p:sp>
      <p:sp>
        <p:nvSpPr>
          <p:cNvPr id="26" name="Subtitle 2"/>
          <p:cNvSpPr>
            <a:spLocks noGrp="1"/>
          </p:cNvSpPr>
          <p:nvPr>
            <p:ph type="subTitle" idx="1" hasCustomPrompt="1"/>
          </p:nvPr>
        </p:nvSpPr>
        <p:spPr bwMode="gray">
          <a:xfrm>
            <a:off x="658800" y="5277600"/>
            <a:ext cx="5256000" cy="294302"/>
          </a:xfrm>
        </p:spPr>
        <p:txBody>
          <a:bodyPr wrap="square" lIns="0" tIns="0" rIns="36000" bIns="72000" anchor="t" anchorCtr="0">
            <a:spAutoFit/>
          </a:bodyPr>
          <a:lstStyle>
            <a:lvl1pPr marL="0" indent="0" algn="l">
              <a:lnSpc>
                <a:spcPct val="90000"/>
              </a:lnSpc>
              <a:buNone/>
              <a:defRPr sz="1600" b="1" i="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27" name="Text Placeholder 6"/>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dirty="0"/>
              <a:t>Click to add (sub)title</a:t>
            </a:r>
          </a:p>
        </p:txBody>
      </p:sp>
      <p:sp>
        <p:nvSpPr>
          <p:cNvPr id="25" name="Title 1"/>
          <p:cNvSpPr>
            <a:spLocks noGrp="1"/>
          </p:cNvSpPr>
          <p:nvPr>
            <p:ph type="ctrTitle" hasCustomPrompt="1"/>
          </p:nvPr>
        </p:nvSpPr>
        <p:spPr bwMode="gray">
          <a:xfrm>
            <a:off x="658856" y="1634400"/>
            <a:ext cx="3712436" cy="738000"/>
          </a:xfrm>
          <a:prstGeom prst="roundRect">
            <a:avLst>
              <a:gd name="adj" fmla="val 13767"/>
            </a:avLst>
          </a:prstGeom>
          <a:solidFill>
            <a:srgbClr val="FF6200"/>
          </a:solidFill>
          <a:ln w="6350">
            <a:noFill/>
          </a:ln>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add title</a:t>
            </a:r>
          </a:p>
        </p:txBody>
      </p:sp>
      <p:sp>
        <p:nvSpPr>
          <p:cNvPr id="22" name="Project Placeholder">
            <a:extLst>
              <a:ext uri="{FF2B5EF4-FFF2-40B4-BE49-F238E27FC236}">
                <a16:creationId xmlns:a16="http://schemas.microsoft.com/office/drawing/2014/main" id="{FF773A2F-D10D-414B-B226-9CEDBFF8ADC7}"/>
              </a:ext>
            </a:extLst>
          </p:cNvPr>
          <p:cNvSpPr>
            <a:spLocks noGrp="1" noChangeAspect="1"/>
          </p:cNvSpPr>
          <p:nvPr>
            <p:ph type="pic" sz="quarter" idx="16" hasCustomPrompt="1"/>
          </p:nvPr>
        </p:nvSpPr>
        <p:spPr>
          <a:xfrm>
            <a:off x="658798" y="5896309"/>
            <a:ext cx="3857456"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Tree>
    <p:extLst>
      <p:ext uri="{BB962C8B-B14F-4D97-AF65-F5344CB8AC3E}">
        <p14:creationId xmlns:p14="http://schemas.microsoft.com/office/powerpoint/2010/main" val="2421807974"/>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confidential">
    <p:bg bwMode="gray">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56146B7-AF2E-4DE8-8CDE-8B02DF175E96}"/>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cxnSp>
        <p:nvCxnSpPr>
          <p:cNvPr id="31" name="Straight Connector 30">
            <a:extLst>
              <a:ext uri="{FF2B5EF4-FFF2-40B4-BE49-F238E27FC236}">
                <a16:creationId xmlns:a16="http://schemas.microsoft.com/office/drawing/2014/main" id="{AF3841C3-786F-4D83-8BF4-69251CE4BFA7}"/>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697F024-B1A5-460A-9648-F7B29A9BC9CC}"/>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42" name="ING identifier">
            <a:extLst>
              <a:ext uri="{FF2B5EF4-FFF2-40B4-BE49-F238E27FC236}">
                <a16:creationId xmlns:a16="http://schemas.microsoft.com/office/drawing/2014/main" id="{7048FB88-5778-4A03-AD57-DF35DC1E8E3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544428" y="4964165"/>
            <a:ext cx="1647571" cy="1893836"/>
          </a:xfrm>
          <a:prstGeom prst="rect">
            <a:avLst/>
          </a:prstGeom>
        </p:spPr>
      </p:pic>
      <p:grpSp>
        <p:nvGrpSpPr>
          <p:cNvPr id="56" name="Confidential"/>
          <p:cNvGrpSpPr/>
          <p:nvPr userDrawn="1"/>
        </p:nvGrpSpPr>
        <p:grpSpPr>
          <a:xfrm>
            <a:off x="10749167" y="-133099"/>
            <a:ext cx="1441027" cy="1565166"/>
            <a:chOff x="5364088" y="4720073"/>
            <a:chExt cx="1441027" cy="1565166"/>
          </a:xfrm>
        </p:grpSpPr>
        <p:sp>
          <p:nvSpPr>
            <p:cNvPr id="57" name="Freeform 5"/>
            <p:cNvSpPr>
              <a:spLocks/>
            </p:cNvSpPr>
            <p:nvPr/>
          </p:nvSpPr>
          <p:spPr bwMode="gray">
            <a:xfrm>
              <a:off x="5364088" y="4844212"/>
              <a:ext cx="1441027" cy="1441027"/>
            </a:xfrm>
            <a:custGeom>
              <a:avLst/>
              <a:gdLst>
                <a:gd name="T0" fmla="*/ 0 w 810"/>
                <a:gd name="T1" fmla="*/ 0 h 810"/>
                <a:gd name="T2" fmla="*/ 810 w 810"/>
                <a:gd name="T3" fmla="*/ 810 h 810"/>
                <a:gd name="T4" fmla="*/ 810 w 810"/>
                <a:gd name="T5" fmla="*/ 536 h 810"/>
                <a:gd name="T6" fmla="*/ 274 w 810"/>
                <a:gd name="T7" fmla="*/ 0 h 810"/>
                <a:gd name="T8" fmla="*/ 0 w 810"/>
                <a:gd name="T9" fmla="*/ 0 h 810"/>
              </a:gdLst>
              <a:ahLst/>
              <a:cxnLst>
                <a:cxn ang="0">
                  <a:pos x="T0" y="T1"/>
                </a:cxn>
                <a:cxn ang="0">
                  <a:pos x="T2" y="T3"/>
                </a:cxn>
                <a:cxn ang="0">
                  <a:pos x="T4" y="T5"/>
                </a:cxn>
                <a:cxn ang="0">
                  <a:pos x="T6" y="T7"/>
                </a:cxn>
                <a:cxn ang="0">
                  <a:pos x="T8" y="T9"/>
                </a:cxn>
              </a:cxnLst>
              <a:rect l="0" t="0" r="r" b="b"/>
              <a:pathLst>
                <a:path w="810" h="810">
                  <a:moveTo>
                    <a:pt x="0" y="0"/>
                  </a:moveTo>
                  <a:lnTo>
                    <a:pt x="810" y="810"/>
                  </a:lnTo>
                  <a:lnTo>
                    <a:pt x="810" y="536"/>
                  </a:lnTo>
                  <a:lnTo>
                    <a:pt x="274" y="0"/>
                  </a:lnTo>
                  <a:lnTo>
                    <a:pt x="0" y="0"/>
                  </a:lnTo>
                  <a:close/>
                </a:path>
              </a:pathLst>
            </a:custGeom>
            <a:solidFill>
              <a:srgbClr val="17A7DC"/>
            </a:solidFill>
            <a:ln w="19050">
              <a:solidFill>
                <a:srgbClr val="60A6DA"/>
              </a:solidFill>
              <a:round/>
              <a:headEnd/>
              <a:tailEnd/>
            </a:ln>
          </p:spPr>
          <p:txBody>
            <a:bodyPr vert="horz" wrap="square" lIns="91440" tIns="45720" rIns="91440" bIns="45720" numCol="1" anchor="t" anchorCtr="0" compatLnSpc="1">
              <a:prstTxWarp prst="textNoShape">
                <a:avLst/>
              </a:prstTxWarp>
            </a:bodyPr>
            <a:lstStyle/>
            <a:p>
              <a:endParaRPr lang="en-GB" sz="3200"/>
            </a:p>
          </p:txBody>
        </p:sp>
        <p:sp>
          <p:nvSpPr>
            <p:cNvPr id="80" name="Title 14"/>
            <p:cNvSpPr txBox="1">
              <a:spLocks/>
            </p:cNvSpPr>
            <p:nvPr userDrawn="1"/>
          </p:nvSpPr>
          <p:spPr bwMode="gray">
            <a:xfrm rot="2700000">
              <a:off x="5481455" y="5320862"/>
              <a:ext cx="1447800" cy="246221"/>
            </a:xfrm>
            <a:prstGeom prst="rect">
              <a:avLst/>
            </a:prstGeom>
          </p:spPr>
          <p:txBody>
            <a:bodyPr vert="horz" wrap="none" lIns="0" tIns="0" rIns="0" bIns="0" rtlCol="0" anchor="ctr" anchorCtr="0">
              <a:noAutofit/>
            </a:bodyPr>
            <a:lstStyle>
              <a:lvl1pPr algn="l" defTabSz="914400" rtl="0" eaLnBrk="1" latinLnBrk="0" hangingPunct="1">
                <a:lnSpc>
                  <a:spcPts val="4600"/>
                </a:lnSpc>
                <a:spcBef>
                  <a:spcPct val="0"/>
                </a:spcBef>
                <a:buNone/>
                <a:defRPr sz="4400" b="1" kern="1200" baseline="0">
                  <a:solidFill>
                    <a:schemeClr val="bg1"/>
                  </a:solidFill>
                  <a:latin typeface="+mj-lt"/>
                  <a:ea typeface="+mj-ea"/>
                  <a:cs typeface="Arial" panose="020B0604020202020204" pitchFamily="34" charset="0"/>
                </a:defRPr>
              </a:lvl1pPr>
            </a:lstStyle>
            <a:p>
              <a:pPr algn="ctr">
                <a:lnSpc>
                  <a:spcPct val="100000"/>
                </a:lnSpc>
              </a:pPr>
              <a:r>
                <a:rPr lang="en-GB" sz="1600" noProof="0" dirty="0"/>
                <a:t>Confidential</a:t>
              </a:r>
            </a:p>
          </p:txBody>
        </p:sp>
      </p:grpSp>
      <p:sp>
        <p:nvSpPr>
          <p:cNvPr id="18" name="Text Placeholder 2">
            <a:extLst>
              <a:ext uri="{FF2B5EF4-FFF2-40B4-BE49-F238E27FC236}">
                <a16:creationId xmlns:a16="http://schemas.microsoft.com/office/drawing/2014/main" id="{31A93502-8C63-400E-A1C4-EEDA0C0DA4BD}"/>
              </a:ext>
            </a:extLst>
          </p:cNvPr>
          <p:cNvSpPr>
            <a:spLocks noGrp="1"/>
          </p:cNvSpPr>
          <p:nvPr>
            <p:ph type="body" sz="quarter" idx="12" hasCustomPrompt="1"/>
          </p:nvPr>
        </p:nvSpPr>
        <p:spPr>
          <a:xfrm>
            <a:off x="658800" y="5583600"/>
            <a:ext cx="5256000" cy="294302"/>
          </a:xfrm>
        </p:spPr>
        <p:txBody>
          <a:bodyPr wrap="none"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US" sz="1600" b="0" i="0" kern="1200" baseline="0" dirty="0" smtClean="0">
                <a:solidFill>
                  <a:schemeClr val="tx1"/>
                </a:solidFill>
                <a:latin typeface="+mn-lt"/>
                <a:ea typeface="+mn-ea"/>
                <a:cs typeface="ING Me" pitchFamily="2" charset="0"/>
              </a:defRPr>
            </a:lvl1pPr>
            <a:lvl2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2pPr>
            <a:lvl3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3pPr>
            <a:lvl4pPr marL="0" indent="0" algn="l" defTabSz="914400" rtl="0" eaLnBrk="1" latinLnBrk="0" hangingPunct="1">
              <a:lnSpc>
                <a:spcPts val="2200"/>
              </a:lnSpc>
              <a:spcBef>
                <a:spcPts val="0"/>
              </a:spcBef>
              <a:spcAft>
                <a:spcPts val="0"/>
              </a:spcAft>
              <a:buFont typeface="Arial" panose="020B0604020202020204" pitchFamily="34" charset="0"/>
              <a:buNone/>
              <a:defRPr lang="en-US" sz="2000" b="0" i="0" kern="1200" baseline="0" dirty="0" smtClean="0">
                <a:solidFill>
                  <a:schemeClr val="tx1"/>
                </a:solidFill>
                <a:latin typeface="+mn-lt"/>
                <a:ea typeface="+mn-ea"/>
                <a:cs typeface="ING Me" pitchFamily="2" charset="0"/>
              </a:defRPr>
            </a:lvl4pPr>
            <a:lvl5pPr marL="0" indent="0" algn="l" defTabSz="914400" rtl="0" eaLnBrk="1" latinLnBrk="0" hangingPunct="1">
              <a:lnSpc>
                <a:spcPts val="2200"/>
              </a:lnSpc>
              <a:spcBef>
                <a:spcPts val="0"/>
              </a:spcBef>
              <a:spcAft>
                <a:spcPts val="0"/>
              </a:spcAft>
              <a:buFont typeface="Arial" panose="020B0604020202020204" pitchFamily="34" charset="0"/>
              <a:buNone/>
              <a:defRPr lang="nl-NL" sz="2000" b="0" i="0" kern="1200" baseline="0" dirty="0">
                <a:solidFill>
                  <a:schemeClr val="tx1"/>
                </a:solidFill>
                <a:latin typeface="+mn-lt"/>
                <a:ea typeface="+mn-ea"/>
                <a:cs typeface="ING Me" pitchFamily="2" charset="0"/>
              </a:defRPr>
            </a:lvl5pPr>
          </a:lstStyle>
          <a:p>
            <a:pPr lvl="0"/>
            <a:r>
              <a:rPr lang="en-GB" noProof="0" dirty="0"/>
              <a:t>Click to add date</a:t>
            </a:r>
          </a:p>
        </p:txBody>
      </p:sp>
      <p:sp>
        <p:nvSpPr>
          <p:cNvPr id="16" name="Subtitle 2">
            <a:extLst>
              <a:ext uri="{FF2B5EF4-FFF2-40B4-BE49-F238E27FC236}">
                <a16:creationId xmlns:a16="http://schemas.microsoft.com/office/drawing/2014/main" id="{EF8E7523-A00E-407A-913C-45E2F1A70617}"/>
              </a:ext>
            </a:extLst>
          </p:cNvPr>
          <p:cNvSpPr>
            <a:spLocks noGrp="1"/>
          </p:cNvSpPr>
          <p:nvPr>
            <p:ph type="subTitle" idx="1" hasCustomPrompt="1"/>
          </p:nvPr>
        </p:nvSpPr>
        <p:spPr bwMode="gray">
          <a:xfrm>
            <a:off x="658800" y="5277600"/>
            <a:ext cx="5256000" cy="294302"/>
          </a:xfrm>
        </p:spPr>
        <p:txBody>
          <a:bodyPr wrap="none" rIns="36000" bIns="72000" anchor="t" anchorCtr="0">
            <a:spAutoFit/>
          </a:bodyPr>
          <a:lstStyle>
            <a:lvl1pPr marL="0" indent="0" algn="l">
              <a:lnSpc>
                <a:spcPct val="90000"/>
              </a:lnSpc>
              <a:buNone/>
              <a:defRPr sz="1600" b="1" i="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a:t>Click to add name of department and/or author</a:t>
            </a:r>
          </a:p>
        </p:txBody>
      </p:sp>
      <p:sp>
        <p:nvSpPr>
          <p:cNvPr id="17" name="Text Placeholder 6">
            <a:extLst>
              <a:ext uri="{FF2B5EF4-FFF2-40B4-BE49-F238E27FC236}">
                <a16:creationId xmlns:a16="http://schemas.microsoft.com/office/drawing/2014/main" id="{94157F79-315F-44DE-A12C-D9E5A3767D63}"/>
              </a:ext>
            </a:extLst>
          </p:cNvPr>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nSpc>
                <a:spcPct val="90000"/>
              </a:lnSpc>
              <a:spcBef>
                <a:spcPts val="0"/>
              </a:spcBef>
              <a:defRPr sz="3600" b="1">
                <a:solidFill>
                  <a:schemeClr val="bg1"/>
                </a:solidFill>
                <a:latin typeface="+mj-lt"/>
              </a:defRPr>
            </a:lvl1pPr>
          </a:lstStyle>
          <a:p>
            <a:pPr lvl="0"/>
            <a:r>
              <a:rPr lang="en-GB" noProof="0" dirty="0"/>
              <a:t>Click to add (sub)title</a:t>
            </a:r>
          </a:p>
        </p:txBody>
      </p:sp>
      <p:sp>
        <p:nvSpPr>
          <p:cNvPr id="15" name="Title 1">
            <a:extLst>
              <a:ext uri="{FF2B5EF4-FFF2-40B4-BE49-F238E27FC236}">
                <a16:creationId xmlns:a16="http://schemas.microsoft.com/office/drawing/2014/main" id="{FB66016B-0337-48AD-9FB8-3ADE7AC6E87B}"/>
              </a:ext>
            </a:extLst>
          </p:cNvPr>
          <p:cNvSpPr>
            <a:spLocks noGrp="1"/>
          </p:cNvSpPr>
          <p:nvPr>
            <p:ph type="ctrTitle" hasCustomPrompt="1"/>
          </p:nvPr>
        </p:nvSpPr>
        <p:spPr bwMode="gray">
          <a:xfrm>
            <a:off x="658800" y="163440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add title</a:t>
            </a:r>
          </a:p>
        </p:txBody>
      </p:sp>
      <p:sp>
        <p:nvSpPr>
          <p:cNvPr id="25" name="Project Placeholder">
            <a:extLst>
              <a:ext uri="{FF2B5EF4-FFF2-40B4-BE49-F238E27FC236}">
                <a16:creationId xmlns:a16="http://schemas.microsoft.com/office/drawing/2014/main" id="{44B18234-54BA-46FF-9EAC-032FC38EC41C}"/>
              </a:ext>
            </a:extLst>
          </p:cNvPr>
          <p:cNvSpPr>
            <a:spLocks noGrp="1" noChangeAspect="1"/>
          </p:cNvSpPr>
          <p:nvPr>
            <p:ph type="pic" sz="quarter" idx="16" hasCustomPrompt="1"/>
          </p:nvPr>
        </p:nvSpPr>
        <p:spPr>
          <a:xfrm>
            <a:off x="658798" y="5896308"/>
            <a:ext cx="3857455" cy="961691"/>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Tree>
    <p:extLst>
      <p:ext uri="{BB962C8B-B14F-4D97-AF65-F5344CB8AC3E}">
        <p14:creationId xmlns:p14="http://schemas.microsoft.com/office/powerpoint/2010/main" val="581584163"/>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full picture confidential">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E86FEC7-4848-4673-A9C4-5B2F4BF62633}"/>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grpSp>
        <p:nvGrpSpPr>
          <p:cNvPr id="23" name="Group 22">
            <a:extLst>
              <a:ext uri="{FF2B5EF4-FFF2-40B4-BE49-F238E27FC236}">
                <a16:creationId xmlns:a16="http://schemas.microsoft.com/office/drawing/2014/main" id="{FDADF138-7C24-4C0D-B684-AF614FA3BF9B}"/>
              </a:ext>
            </a:extLst>
          </p:cNvPr>
          <p:cNvGrpSpPr/>
          <p:nvPr userDrawn="1"/>
        </p:nvGrpSpPr>
        <p:grpSpPr>
          <a:xfrm>
            <a:off x="-435429" y="5878278"/>
            <a:ext cx="290286" cy="979713"/>
            <a:chOff x="-435429" y="5878278"/>
            <a:chExt cx="290286" cy="979713"/>
          </a:xfrm>
        </p:grpSpPr>
        <p:cxnSp>
          <p:nvCxnSpPr>
            <p:cNvPr id="24" name="Straight Connector 23">
              <a:extLst>
                <a:ext uri="{FF2B5EF4-FFF2-40B4-BE49-F238E27FC236}">
                  <a16:creationId xmlns:a16="http://schemas.microsoft.com/office/drawing/2014/main" id="{879E898A-2066-4366-95E3-5DD9BB3FCF23}"/>
                </a:ext>
              </a:extLst>
            </p:cNvPr>
            <p:cNvCxnSpPr/>
            <p:nvPr userDrawn="1"/>
          </p:nvCxnSpPr>
          <p:spPr>
            <a:xfrm>
              <a:off x="-435429" y="5878278"/>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0D5E4A7-D69F-4A1C-84B6-01182918AD2F}"/>
                </a:ext>
              </a:extLst>
            </p:cNvPr>
            <p:cNvCxnSpPr/>
            <p:nvPr userDrawn="1"/>
          </p:nvCxnSpPr>
          <p:spPr>
            <a:xfrm>
              <a:off x="-435429" y="6857991"/>
              <a:ext cx="290286"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cxnSp>
        <p:nvCxnSpPr>
          <p:cNvPr id="26" name="Straight Connector 25">
            <a:extLst>
              <a:ext uri="{FF2B5EF4-FFF2-40B4-BE49-F238E27FC236}">
                <a16:creationId xmlns:a16="http://schemas.microsoft.com/office/drawing/2014/main" id="{3D2BCD13-0B5C-4CE8-9033-79C163DDE18F}"/>
              </a:ext>
            </a:extLst>
          </p:cNvPr>
          <p:cNvCxnSpPr/>
          <p:nvPr userDrawn="1"/>
        </p:nvCxnSpPr>
        <p:spPr>
          <a:xfrm>
            <a:off x="659028" y="7003142"/>
            <a:ext cx="0" cy="290284"/>
          </a:xfrm>
          <a:prstGeom prst="line">
            <a:avLst/>
          </a:prstGeom>
          <a:ln w="6350" cap="rnd">
            <a:solidFill>
              <a:srgbClr val="559BD1"/>
            </a:solidFill>
            <a:round/>
            <a:head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AA3BA10-8A9F-4918-A071-10F75A27DE02}"/>
              </a:ext>
            </a:extLst>
          </p:cNvPr>
          <p:cNvSpPr txBox="1"/>
          <p:nvPr userDrawn="1"/>
        </p:nvSpPr>
        <p:spPr>
          <a:xfrm>
            <a:off x="577225" y="7319409"/>
            <a:ext cx="1575426" cy="226591"/>
          </a:xfrm>
          <a:prstGeom prst="rect">
            <a:avLst/>
          </a:prstGeom>
          <a:noFill/>
        </p:spPr>
        <p:txBody>
          <a:bodyPr wrap="square" lIns="36000" tIns="36000" rIns="36000" bIns="36000" rtlCol="0">
            <a:spAutoFit/>
          </a:bodyPr>
          <a:lstStyle/>
          <a:p>
            <a:r>
              <a:rPr lang="en-GB" sz="1000" b="0">
                <a:solidFill>
                  <a:srgbClr val="696969"/>
                </a:solidFill>
              </a:rPr>
              <a:t>Alignment indicator</a:t>
            </a:r>
            <a:endParaRPr lang="en-GB" sz="1000" b="0" dirty="0" err="1">
              <a:solidFill>
                <a:srgbClr val="696969"/>
              </a:solidFill>
            </a:endParaRPr>
          </a:p>
        </p:txBody>
      </p:sp>
      <p:pic>
        <p:nvPicPr>
          <p:cNvPr id="28" name="ING logo">
            <a:extLst>
              <a:ext uri="{FF2B5EF4-FFF2-40B4-BE49-F238E27FC236}">
                <a16:creationId xmlns:a16="http://schemas.microsoft.com/office/drawing/2014/main" id="{013C07AC-DFFD-4358-9B2B-29F86846540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055361" y="6088977"/>
            <a:ext cx="1807116" cy="449934"/>
          </a:xfrm>
          <a:prstGeom prst="rect">
            <a:avLst/>
          </a:prstGeom>
        </p:spPr>
      </p:pic>
      <p:grpSp>
        <p:nvGrpSpPr>
          <p:cNvPr id="45" name="Confidential"/>
          <p:cNvGrpSpPr/>
          <p:nvPr userDrawn="1"/>
        </p:nvGrpSpPr>
        <p:grpSpPr>
          <a:xfrm>
            <a:off x="10749167" y="-133099"/>
            <a:ext cx="1441027" cy="1565166"/>
            <a:chOff x="5364088" y="4720073"/>
            <a:chExt cx="1441027" cy="1565166"/>
          </a:xfrm>
        </p:grpSpPr>
        <p:sp>
          <p:nvSpPr>
            <p:cNvPr id="47" name="Freeform 5"/>
            <p:cNvSpPr>
              <a:spLocks/>
            </p:cNvSpPr>
            <p:nvPr/>
          </p:nvSpPr>
          <p:spPr bwMode="gray">
            <a:xfrm>
              <a:off x="5364088" y="4844212"/>
              <a:ext cx="1441027" cy="1441027"/>
            </a:xfrm>
            <a:custGeom>
              <a:avLst/>
              <a:gdLst>
                <a:gd name="T0" fmla="*/ 0 w 810"/>
                <a:gd name="T1" fmla="*/ 0 h 810"/>
                <a:gd name="T2" fmla="*/ 810 w 810"/>
                <a:gd name="T3" fmla="*/ 810 h 810"/>
                <a:gd name="T4" fmla="*/ 810 w 810"/>
                <a:gd name="T5" fmla="*/ 536 h 810"/>
                <a:gd name="T6" fmla="*/ 274 w 810"/>
                <a:gd name="T7" fmla="*/ 0 h 810"/>
                <a:gd name="T8" fmla="*/ 0 w 810"/>
                <a:gd name="T9" fmla="*/ 0 h 810"/>
              </a:gdLst>
              <a:ahLst/>
              <a:cxnLst>
                <a:cxn ang="0">
                  <a:pos x="T0" y="T1"/>
                </a:cxn>
                <a:cxn ang="0">
                  <a:pos x="T2" y="T3"/>
                </a:cxn>
                <a:cxn ang="0">
                  <a:pos x="T4" y="T5"/>
                </a:cxn>
                <a:cxn ang="0">
                  <a:pos x="T6" y="T7"/>
                </a:cxn>
                <a:cxn ang="0">
                  <a:pos x="T8" y="T9"/>
                </a:cxn>
              </a:cxnLst>
              <a:rect l="0" t="0" r="r" b="b"/>
              <a:pathLst>
                <a:path w="810" h="810">
                  <a:moveTo>
                    <a:pt x="0" y="0"/>
                  </a:moveTo>
                  <a:lnTo>
                    <a:pt x="810" y="810"/>
                  </a:lnTo>
                  <a:lnTo>
                    <a:pt x="810" y="536"/>
                  </a:lnTo>
                  <a:lnTo>
                    <a:pt x="274" y="0"/>
                  </a:lnTo>
                  <a:lnTo>
                    <a:pt x="0" y="0"/>
                  </a:lnTo>
                  <a:close/>
                </a:path>
              </a:pathLst>
            </a:custGeom>
            <a:solidFill>
              <a:srgbClr val="17A7DC"/>
            </a:solidFill>
            <a:ln w="19050">
              <a:solidFill>
                <a:srgbClr val="17A7DC"/>
              </a:solidFill>
              <a:round/>
              <a:headEnd/>
              <a:tailEnd/>
            </a:ln>
          </p:spPr>
          <p:txBody>
            <a:bodyPr vert="horz" wrap="square" lIns="91440" tIns="45720" rIns="91440" bIns="45720" numCol="1" anchor="t" anchorCtr="0" compatLnSpc="1">
              <a:prstTxWarp prst="textNoShape">
                <a:avLst/>
              </a:prstTxWarp>
            </a:bodyPr>
            <a:lstStyle/>
            <a:p>
              <a:endParaRPr lang="en-GB" sz="3200"/>
            </a:p>
          </p:txBody>
        </p:sp>
        <p:sp>
          <p:nvSpPr>
            <p:cNvPr id="48" name="Title 14"/>
            <p:cNvSpPr txBox="1">
              <a:spLocks/>
            </p:cNvSpPr>
            <p:nvPr userDrawn="1"/>
          </p:nvSpPr>
          <p:spPr bwMode="gray">
            <a:xfrm rot="2700000">
              <a:off x="5481455" y="5320862"/>
              <a:ext cx="1447800" cy="246221"/>
            </a:xfrm>
            <a:prstGeom prst="rect">
              <a:avLst/>
            </a:prstGeom>
          </p:spPr>
          <p:txBody>
            <a:bodyPr vert="horz" wrap="none" lIns="0" tIns="0" rIns="0" bIns="0" rtlCol="0" anchor="ctr" anchorCtr="0">
              <a:noAutofit/>
            </a:bodyPr>
            <a:lstStyle>
              <a:lvl1pPr algn="l" defTabSz="914400" rtl="0" eaLnBrk="1" latinLnBrk="0" hangingPunct="1">
                <a:lnSpc>
                  <a:spcPts val="4600"/>
                </a:lnSpc>
                <a:spcBef>
                  <a:spcPct val="0"/>
                </a:spcBef>
                <a:buNone/>
                <a:defRPr sz="4400" b="1" kern="1200" baseline="0">
                  <a:solidFill>
                    <a:schemeClr val="bg1"/>
                  </a:solidFill>
                  <a:latin typeface="+mj-lt"/>
                  <a:ea typeface="+mj-ea"/>
                  <a:cs typeface="Arial" panose="020B0604020202020204" pitchFamily="34" charset="0"/>
                </a:defRPr>
              </a:lvl1pPr>
            </a:lstStyle>
            <a:p>
              <a:pPr algn="ctr">
                <a:lnSpc>
                  <a:spcPct val="100000"/>
                </a:lnSpc>
              </a:pPr>
              <a:r>
                <a:rPr lang="en-GB" sz="1600" noProof="0" dirty="0"/>
                <a:t>Confidential</a:t>
              </a:r>
            </a:p>
          </p:txBody>
        </p:sp>
      </p:grpSp>
      <p:sp>
        <p:nvSpPr>
          <p:cNvPr id="20" name="Text Placeholder 2">
            <a:extLst>
              <a:ext uri="{FF2B5EF4-FFF2-40B4-BE49-F238E27FC236}">
                <a16:creationId xmlns:a16="http://schemas.microsoft.com/office/drawing/2014/main" id="{465FDFAE-9371-42DC-80CE-6212FDA9A2C9}"/>
              </a:ext>
            </a:extLst>
          </p:cNvPr>
          <p:cNvSpPr>
            <a:spLocks noGrp="1"/>
          </p:cNvSpPr>
          <p:nvPr>
            <p:ph type="body" sz="quarter" idx="14" hasCustomPrompt="1"/>
          </p:nvPr>
        </p:nvSpPr>
        <p:spPr>
          <a:xfrm>
            <a:off x="658800" y="5583600"/>
            <a:ext cx="5256000" cy="294302"/>
          </a:xfrm>
        </p:spPr>
        <p:txBody>
          <a:bodyPr tIns="0" rIns="36000" bIns="72000" anchor="t" anchorCtr="0">
            <a:spAutoFit/>
          </a:bodyPr>
          <a:lstStyle>
            <a:lvl1pPr marL="0" indent="0" algn="l" defTabSz="914400" rtl="0" eaLnBrk="1" latinLnBrk="0" hangingPunct="1">
              <a:lnSpc>
                <a:spcPct val="90000"/>
              </a:lnSpc>
              <a:spcBef>
                <a:spcPts val="0"/>
              </a:spcBef>
              <a:spcAft>
                <a:spcPts val="0"/>
              </a:spcAft>
              <a:buFont typeface="Arial" panose="020B0604020202020204" pitchFamily="34" charset="0"/>
              <a:buNone/>
              <a:defRPr lang="en-GB" sz="1600" b="0" i="0" kern="1200" baseline="0" noProof="0" dirty="0" smtClean="0">
                <a:solidFill>
                  <a:schemeClr val="tx1"/>
                </a:solidFill>
                <a:latin typeface="+mn-lt"/>
                <a:ea typeface="+mn-ea"/>
                <a:cs typeface="ING Me" pitchFamily="2" charset="0"/>
              </a:defRPr>
            </a:lvl1pPr>
            <a:lvl2pPr>
              <a:defRPr sz="2200">
                <a:solidFill>
                  <a:srgbClr val="000000"/>
                </a:solidFill>
              </a:defRPr>
            </a:lvl2pPr>
            <a:lvl3pPr>
              <a:defRPr sz="2200">
                <a:solidFill>
                  <a:srgbClr val="000000"/>
                </a:solidFill>
              </a:defRPr>
            </a:lvl3pPr>
            <a:lvl4pPr>
              <a:defRPr sz="2200">
                <a:solidFill>
                  <a:srgbClr val="000000"/>
                </a:solidFill>
              </a:defRPr>
            </a:lvl4pPr>
            <a:lvl5pPr>
              <a:defRPr sz="2200">
                <a:solidFill>
                  <a:srgbClr val="000000"/>
                </a:solidFill>
              </a:defRPr>
            </a:lvl5pPr>
          </a:lstStyle>
          <a:p>
            <a:pPr lvl="0"/>
            <a:r>
              <a:rPr lang="en-GB" noProof="0" dirty="0"/>
              <a:t>Click to add date</a:t>
            </a:r>
          </a:p>
        </p:txBody>
      </p:sp>
      <p:sp>
        <p:nvSpPr>
          <p:cNvPr id="17" name="Subtitle 2">
            <a:extLst>
              <a:ext uri="{FF2B5EF4-FFF2-40B4-BE49-F238E27FC236}">
                <a16:creationId xmlns:a16="http://schemas.microsoft.com/office/drawing/2014/main" id="{1A0CD90A-7939-4751-928D-CD5CBB22EE4B}"/>
              </a:ext>
            </a:extLst>
          </p:cNvPr>
          <p:cNvSpPr>
            <a:spLocks noGrp="1"/>
          </p:cNvSpPr>
          <p:nvPr>
            <p:ph type="subTitle" idx="1" hasCustomPrompt="1"/>
          </p:nvPr>
        </p:nvSpPr>
        <p:spPr bwMode="gray">
          <a:xfrm>
            <a:off x="658800" y="5277600"/>
            <a:ext cx="5256000" cy="294302"/>
          </a:xfrm>
        </p:spPr>
        <p:txBody>
          <a:bodyPr rIns="36000" bIns="72000" anchor="t" anchorCtr="0">
            <a:spAutoFit/>
          </a:bodyPr>
          <a:lstStyle>
            <a:lvl1pPr marL="0" indent="0" algn="l">
              <a:lnSpc>
                <a:spcPct val="90000"/>
              </a:lnSpc>
              <a:buNone/>
              <a:defRPr sz="1600" b="1" i="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noProof="0" dirty="0"/>
              <a:t>Click to add name of department and/or author</a:t>
            </a:r>
          </a:p>
        </p:txBody>
      </p:sp>
      <p:sp>
        <p:nvSpPr>
          <p:cNvPr id="19" name="Text Placeholder 6">
            <a:extLst>
              <a:ext uri="{FF2B5EF4-FFF2-40B4-BE49-F238E27FC236}">
                <a16:creationId xmlns:a16="http://schemas.microsoft.com/office/drawing/2014/main" id="{30766271-113F-4C5F-BEA9-2B8D1F8FE10E}"/>
              </a:ext>
            </a:extLst>
          </p:cNvPr>
          <p:cNvSpPr>
            <a:spLocks noGrp="1"/>
          </p:cNvSpPr>
          <p:nvPr>
            <p:ph type="body" sz="quarter" idx="11" hasCustomPrompt="1"/>
          </p:nvPr>
        </p:nvSpPr>
        <p:spPr bwMode="gray">
          <a:xfrm>
            <a:off x="990000" y="2448000"/>
            <a:ext cx="4786024" cy="732995"/>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pPr lvl="0"/>
            <a:r>
              <a:rPr lang="en-GB" noProof="0" dirty="0"/>
              <a:t>Click to add (sub)title</a:t>
            </a:r>
          </a:p>
        </p:txBody>
      </p:sp>
      <p:sp>
        <p:nvSpPr>
          <p:cNvPr id="16" name="Title 1">
            <a:extLst>
              <a:ext uri="{FF2B5EF4-FFF2-40B4-BE49-F238E27FC236}">
                <a16:creationId xmlns:a16="http://schemas.microsoft.com/office/drawing/2014/main" id="{E34099AA-6604-4254-ACD4-37B7B8373FAA}"/>
              </a:ext>
            </a:extLst>
          </p:cNvPr>
          <p:cNvSpPr>
            <a:spLocks noGrp="1"/>
          </p:cNvSpPr>
          <p:nvPr>
            <p:ph type="ctrTitle" hasCustomPrompt="1"/>
          </p:nvPr>
        </p:nvSpPr>
        <p:spPr bwMode="gray">
          <a:xfrm>
            <a:off x="658800" y="1634400"/>
            <a:ext cx="3712436" cy="738000"/>
          </a:xfrm>
          <a:prstGeom prst="roundRect">
            <a:avLst>
              <a:gd name="adj" fmla="val 13767"/>
            </a:avLst>
          </a:prstGeom>
          <a:solidFill>
            <a:srgbClr val="FF6200"/>
          </a:solidFill>
        </p:spPr>
        <p:txBody>
          <a:bodyPr wrap="none" lIns="108000" tIns="108000" rIns="108000" bIns="72000" anchor="t" anchorCtr="0">
            <a:spAutoFit/>
          </a:bodyPr>
          <a:lstStyle>
            <a:lvl1pPr algn="l">
              <a:lnSpc>
                <a:spcPct val="90000"/>
              </a:lnSpc>
              <a:spcBef>
                <a:spcPts val="0"/>
              </a:spcBef>
              <a:defRPr sz="3600" b="1">
                <a:solidFill>
                  <a:schemeClr val="bg1"/>
                </a:solidFill>
                <a:latin typeface="+mj-lt"/>
              </a:defRPr>
            </a:lvl1pPr>
          </a:lstStyle>
          <a:p>
            <a:r>
              <a:rPr lang="en-GB" noProof="0" dirty="0"/>
              <a:t>Click to </a:t>
            </a:r>
            <a:r>
              <a:rPr lang="en-GB" noProof="0"/>
              <a:t>add title</a:t>
            </a:r>
            <a:endParaRPr lang="en-GB" noProof="0" dirty="0"/>
          </a:p>
        </p:txBody>
      </p:sp>
      <p:sp>
        <p:nvSpPr>
          <p:cNvPr id="29" name="Project Placeholder">
            <a:extLst>
              <a:ext uri="{FF2B5EF4-FFF2-40B4-BE49-F238E27FC236}">
                <a16:creationId xmlns:a16="http://schemas.microsoft.com/office/drawing/2014/main" id="{026A36CF-1C2C-48FA-9AF7-65727F8826F0}"/>
              </a:ext>
            </a:extLst>
          </p:cNvPr>
          <p:cNvSpPr>
            <a:spLocks noGrp="1" noChangeAspect="1"/>
          </p:cNvSpPr>
          <p:nvPr>
            <p:ph type="pic" sz="quarter" idx="16" hasCustomPrompt="1"/>
          </p:nvPr>
        </p:nvSpPr>
        <p:spPr>
          <a:xfrm>
            <a:off x="658797" y="5896309"/>
            <a:ext cx="3857399" cy="961677"/>
          </a:xfrm>
        </p:spPr>
        <p:txBody>
          <a:bodyPr lIns="288000" tIns="108000" rIns="108000" bIns="108000" anchor="ctr" anchorCtr="0"/>
          <a:lstStyle>
            <a:lvl1pPr>
              <a:defRPr sz="1200">
                <a:solidFill>
                  <a:srgbClr val="A8A8A8"/>
                </a:solidFill>
              </a:defRPr>
            </a:lvl1pPr>
          </a:lstStyle>
          <a:p>
            <a:r>
              <a:rPr lang="en-GB" dirty="0"/>
              <a:t>Business or project wordmark </a:t>
            </a:r>
            <a:br>
              <a:rPr lang="en-GB" dirty="0"/>
            </a:br>
            <a:r>
              <a:rPr lang="en-GB" dirty="0"/>
              <a:t>placeholder</a:t>
            </a:r>
          </a:p>
        </p:txBody>
      </p:sp>
    </p:spTree>
    <p:extLst>
      <p:ext uri="{BB962C8B-B14F-4D97-AF65-F5344CB8AC3E}">
        <p14:creationId xmlns:p14="http://schemas.microsoft.com/office/powerpoint/2010/main" val="1056083539"/>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ndex slide">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515CBA26-4510-4A9C-B080-4211950399FD}"/>
              </a:ext>
            </a:extLst>
          </p:cNvPr>
          <p:cNvSpPr>
            <a:spLocks noGrp="1"/>
          </p:cNvSpPr>
          <p:nvPr>
            <p:ph type="ftr" sz="quarter" idx="12"/>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1DDC45C2-05A9-46EA-B276-6A874E5C1E4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11" name="Text Placeholder 10">
            <a:extLst>
              <a:ext uri="{FF2B5EF4-FFF2-40B4-BE49-F238E27FC236}">
                <a16:creationId xmlns:a16="http://schemas.microsoft.com/office/drawing/2014/main" id="{6BA07CBC-1D3E-422E-A575-116DF6809A5F}"/>
              </a:ext>
            </a:extLst>
          </p:cNvPr>
          <p:cNvSpPr>
            <a:spLocks noGrp="1"/>
          </p:cNvSpPr>
          <p:nvPr>
            <p:ph type="body" sz="quarter" idx="13" hasCustomPrompt="1"/>
          </p:nvPr>
        </p:nvSpPr>
        <p:spPr bwMode="auto">
          <a:xfrm>
            <a:off x="659008" y="1141198"/>
            <a:ext cx="10875600" cy="5058000"/>
          </a:xfrm>
          <a:custGeom>
            <a:avLst/>
            <a:gdLst>
              <a:gd name="connsiteX0" fmla="*/ 0 w 10489176"/>
              <a:gd name="connsiteY0" fmla="*/ 0 h 5058000"/>
              <a:gd name="connsiteX1" fmla="*/ 10489176 w 10489176"/>
              <a:gd name="connsiteY1" fmla="*/ 0 h 5058000"/>
              <a:gd name="connsiteX2" fmla="*/ 10489176 w 10489176"/>
              <a:gd name="connsiteY2" fmla="*/ 5058000 h 5058000"/>
              <a:gd name="connsiteX3" fmla="*/ 0 w 10489176"/>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10489176" h="5058000">
                <a:moveTo>
                  <a:pt x="0" y="0"/>
                </a:moveTo>
                <a:lnTo>
                  <a:pt x="10489176" y="0"/>
                </a:lnTo>
                <a:lnTo>
                  <a:pt x="10489176"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Tree>
    <p:extLst>
      <p:ext uri="{BB962C8B-B14F-4D97-AF65-F5344CB8AC3E}">
        <p14:creationId xmlns:p14="http://schemas.microsoft.com/office/powerpoint/2010/main" val="2558767802"/>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ndex slide picture right">
    <p:bg bwMode="gray">
      <p:bgRef idx="1001">
        <a:schemeClr val="bg1"/>
      </p:bgRef>
    </p:bg>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CEA75376-E7C9-4515-A27A-D366A6F50C18}"/>
              </a:ext>
            </a:extLst>
          </p:cNvPr>
          <p:cNvSpPr>
            <a:spLocks noGrp="1"/>
          </p:cNvSpPr>
          <p:nvPr>
            <p:ph type="ftr" sz="quarter" idx="17"/>
          </p:nvPr>
        </p:nvSpPr>
        <p:spPr>
          <a:xfrm>
            <a:off x="659007" y="6403940"/>
            <a:ext cx="7408800" cy="187200"/>
          </a:xfrm>
        </p:spPr>
        <p:txBody>
          <a:bodyPr/>
          <a:lstStyle>
            <a:lvl1pPr>
              <a:defRPr/>
            </a:lvl1pPr>
          </a:lstStyle>
          <a:p>
            <a:endParaRPr lang="en-GB" noProof="0"/>
          </a:p>
        </p:txBody>
      </p:sp>
      <p:sp>
        <p:nvSpPr>
          <p:cNvPr id="8" name="Picture Placeholder 7">
            <a:extLst>
              <a:ext uri="{FF2B5EF4-FFF2-40B4-BE49-F238E27FC236}">
                <a16:creationId xmlns:a16="http://schemas.microsoft.com/office/drawing/2014/main" id="{0136ED5D-41FE-434B-8102-33405500B8E3}"/>
              </a:ext>
            </a:extLst>
          </p:cNvPr>
          <p:cNvSpPr>
            <a:spLocks noGrp="1"/>
          </p:cNvSpPr>
          <p:nvPr>
            <p:ph type="pic" sz="quarter" idx="20"/>
          </p:nvPr>
        </p:nvSpPr>
        <p:spPr bwMode="gray">
          <a:xfrm>
            <a:off x="8415482" y="1"/>
            <a:ext cx="3776519" cy="6857999"/>
          </a:xfrm>
          <a:custGeom>
            <a:avLst/>
            <a:gdLst>
              <a:gd name="connsiteX0" fmla="*/ 0 w 3776519"/>
              <a:gd name="connsiteY0" fmla="*/ 0 h 6857999"/>
              <a:gd name="connsiteX1" fmla="*/ 190493 w 3776519"/>
              <a:gd name="connsiteY1" fmla="*/ 0 h 6857999"/>
              <a:gd name="connsiteX2" fmla="*/ 914400 w 3776519"/>
              <a:gd name="connsiteY2" fmla="*/ 0 h 6857999"/>
              <a:gd name="connsiteX3" fmla="*/ 3776519 w 3776519"/>
              <a:gd name="connsiteY3" fmla="*/ 0 h 6857999"/>
              <a:gd name="connsiteX4" fmla="*/ 3776519 w 3776519"/>
              <a:gd name="connsiteY4" fmla="*/ 6857999 h 6857999"/>
              <a:gd name="connsiteX5" fmla="*/ 190491 w 3776519"/>
              <a:gd name="connsiteY5" fmla="*/ 6857999 h 6857999"/>
              <a:gd name="connsiteX6" fmla="*/ 116345 w 3776519"/>
              <a:gd name="connsiteY6" fmla="*/ 6843030 h 6857999"/>
              <a:gd name="connsiteX7" fmla="*/ 0 w 3776519"/>
              <a:gd name="connsiteY7" fmla="*/ 6667507 h 6857999"/>
              <a:gd name="connsiteX8" fmla="*/ 0 w 3776519"/>
              <a:gd name="connsiteY8" fmla="*/ 914400 h 6857999"/>
              <a:gd name="connsiteX9" fmla="*/ 0 w 3776519"/>
              <a:gd name="connsiteY9" fmla="*/ 19049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519" h="6857999">
                <a:moveTo>
                  <a:pt x="0" y="0"/>
                </a:moveTo>
                <a:lnTo>
                  <a:pt x="190493" y="0"/>
                </a:lnTo>
                <a:lnTo>
                  <a:pt x="914400" y="0"/>
                </a:lnTo>
                <a:lnTo>
                  <a:pt x="3776519" y="0"/>
                </a:lnTo>
                <a:lnTo>
                  <a:pt x="3776519" y="6857999"/>
                </a:lnTo>
                <a:lnTo>
                  <a:pt x="190491" y="6857999"/>
                </a:lnTo>
                <a:lnTo>
                  <a:pt x="116345" y="6843030"/>
                </a:lnTo>
                <a:cubicBezTo>
                  <a:pt x="47974" y="6814111"/>
                  <a:pt x="0" y="6746411"/>
                  <a:pt x="0" y="6667507"/>
                </a:cubicBezTo>
                <a:lnTo>
                  <a:pt x="0" y="914400"/>
                </a:lnTo>
                <a:lnTo>
                  <a:pt x="0" y="190493"/>
                </a:lnTo>
                <a:close/>
              </a:path>
            </a:pathLst>
          </a:custGeom>
          <a:solidFill>
            <a:schemeClr val="accent2">
              <a:lumMod val="20000"/>
              <a:lumOff val="80000"/>
              <a:alpha val="10000"/>
            </a:schemeClr>
          </a:solidFill>
        </p:spPr>
        <p:txBody>
          <a:bodyPr wrap="square" lIns="360000" tIns="360000" rIns="360000" bIns="360000">
            <a:noAutofit/>
          </a:bodyPr>
          <a:lstStyle/>
          <a:p>
            <a:r>
              <a:rPr lang="en-US" noProof="0"/>
              <a:t>Click icon to add picture</a:t>
            </a:r>
            <a:endParaRPr lang="en-GB" noProof="0"/>
          </a:p>
        </p:txBody>
      </p:sp>
      <p:sp>
        <p:nvSpPr>
          <p:cNvPr id="20" name="Text Placeholder 19">
            <a:extLst>
              <a:ext uri="{FF2B5EF4-FFF2-40B4-BE49-F238E27FC236}">
                <a16:creationId xmlns:a16="http://schemas.microsoft.com/office/drawing/2014/main" id="{3B02C1D6-EBC4-42E4-AD3A-B8313C31BD73}"/>
              </a:ext>
            </a:extLst>
          </p:cNvPr>
          <p:cNvSpPr>
            <a:spLocks noGrp="1"/>
          </p:cNvSpPr>
          <p:nvPr>
            <p:ph type="body" sz="quarter" idx="21" hasCustomPrompt="1"/>
          </p:nvPr>
        </p:nvSpPr>
        <p:spPr bwMode="auto">
          <a:xfrm>
            <a:off x="659008" y="1141198"/>
            <a:ext cx="7408800" cy="5058000"/>
          </a:xfrm>
          <a:custGeom>
            <a:avLst/>
            <a:gdLst>
              <a:gd name="connsiteX0" fmla="*/ 0 w 5617764"/>
              <a:gd name="connsiteY0" fmla="*/ 0 h 5058000"/>
              <a:gd name="connsiteX1" fmla="*/ 5617764 w 5617764"/>
              <a:gd name="connsiteY1" fmla="*/ 0 h 5058000"/>
              <a:gd name="connsiteX2" fmla="*/ 5617764 w 5617764"/>
              <a:gd name="connsiteY2" fmla="*/ 5058000 h 5058000"/>
              <a:gd name="connsiteX3" fmla="*/ 0 w 5617764"/>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5617764" h="5058000">
                <a:moveTo>
                  <a:pt x="0" y="0"/>
                </a:moveTo>
                <a:lnTo>
                  <a:pt x="5617764" y="0"/>
                </a:lnTo>
                <a:lnTo>
                  <a:pt x="5617764"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
        <p:nvSpPr>
          <p:cNvPr id="4" name="Title 3">
            <a:extLst>
              <a:ext uri="{FF2B5EF4-FFF2-40B4-BE49-F238E27FC236}">
                <a16:creationId xmlns:a16="http://schemas.microsoft.com/office/drawing/2014/main" id="{F4AC00D7-B457-45E8-A905-966FD04715A3}"/>
              </a:ext>
            </a:extLst>
          </p:cNvPr>
          <p:cNvSpPr>
            <a:spLocks noGrp="1"/>
          </p:cNvSpPr>
          <p:nvPr>
            <p:ph type="title"/>
          </p:nvPr>
        </p:nvSpPr>
        <p:spPr>
          <a:xfrm>
            <a:off x="659008" y="325235"/>
            <a:ext cx="7408800" cy="817244"/>
          </a:xfrm>
        </p:spPr>
        <p:txBody>
          <a:bodyPr/>
          <a:lstStyle/>
          <a:p>
            <a:r>
              <a:rPr lang="en-US"/>
              <a:t>Click to edit Master title style</a:t>
            </a:r>
            <a:endParaRPr lang="en-GB"/>
          </a:p>
        </p:txBody>
      </p:sp>
      <p:sp>
        <p:nvSpPr>
          <p:cNvPr id="7" name="TextBox 6">
            <a:extLst>
              <a:ext uri="{FF2B5EF4-FFF2-40B4-BE49-F238E27FC236}">
                <a16:creationId xmlns:a16="http://schemas.microsoft.com/office/drawing/2014/main" id="{85210F25-0569-48E4-86BF-27768C680957}"/>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2995939888"/>
      </p:ext>
    </p:extLst>
  </p:cSld>
  <p:clrMapOvr>
    <a:masterClrMapping/>
  </p:clrMapOvr>
  <p:extLst>
    <p:ext uri="{DCECCB84-F9BA-43D5-87BE-67443E8EF086}">
      <p15:sldGuideLst xmlns:p15="http://schemas.microsoft.com/office/powerpoint/2012/main">
        <p15:guide id="1" pos="4308">
          <p15:clr>
            <a:srgbClr val="FBAE40"/>
          </p15:clr>
        </p15:guide>
        <p15:guide id="2" pos="459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ndex slide picture left">
    <p:bg bwMode="gray">
      <p:bgRef idx="1001">
        <a:schemeClr val="bg1"/>
      </p:bgRef>
    </p:bg>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CEA75376-E7C9-4515-A27A-D366A6F50C18}"/>
              </a:ext>
            </a:extLst>
          </p:cNvPr>
          <p:cNvSpPr>
            <a:spLocks noGrp="1"/>
          </p:cNvSpPr>
          <p:nvPr>
            <p:ph type="ftr" sz="quarter" idx="17"/>
          </p:nvPr>
        </p:nvSpPr>
        <p:spPr>
          <a:xfrm>
            <a:off x="4124163" y="6403940"/>
            <a:ext cx="6735600" cy="187200"/>
          </a:xfrm>
        </p:spPr>
        <p:txBody>
          <a:bodyPr/>
          <a:lstStyle>
            <a:lvl1pPr>
              <a:defRPr/>
            </a:lvl1pPr>
          </a:lstStyle>
          <a:p>
            <a:endParaRPr lang="en-GB" noProof="0"/>
          </a:p>
        </p:txBody>
      </p:sp>
      <p:sp>
        <p:nvSpPr>
          <p:cNvPr id="13" name="Picture Placeholder 12">
            <a:extLst>
              <a:ext uri="{FF2B5EF4-FFF2-40B4-BE49-F238E27FC236}">
                <a16:creationId xmlns:a16="http://schemas.microsoft.com/office/drawing/2014/main" id="{5B790946-B7BA-4B88-836C-B0601F7BF453}"/>
              </a:ext>
            </a:extLst>
          </p:cNvPr>
          <p:cNvSpPr>
            <a:spLocks noGrp="1"/>
          </p:cNvSpPr>
          <p:nvPr>
            <p:ph type="pic" sz="quarter" idx="20"/>
          </p:nvPr>
        </p:nvSpPr>
        <p:spPr bwMode="gray">
          <a:xfrm>
            <a:off x="-1" y="0"/>
            <a:ext cx="3776520" cy="6858000"/>
          </a:xfrm>
          <a:custGeom>
            <a:avLst/>
            <a:gdLst>
              <a:gd name="connsiteX0" fmla="*/ 0 w 3776520"/>
              <a:gd name="connsiteY0" fmla="*/ 0 h 6858000"/>
              <a:gd name="connsiteX1" fmla="*/ 3586029 w 3776520"/>
              <a:gd name="connsiteY1" fmla="*/ 0 h 6858000"/>
              <a:gd name="connsiteX2" fmla="*/ 3586034 w 3776520"/>
              <a:gd name="connsiteY2" fmla="*/ 1 h 6858000"/>
              <a:gd name="connsiteX3" fmla="*/ 3776520 w 3776520"/>
              <a:gd name="connsiteY3" fmla="*/ 1 h 6858000"/>
              <a:gd name="connsiteX4" fmla="*/ 3776520 w 3776520"/>
              <a:gd name="connsiteY4" fmla="*/ 190493 h 6858000"/>
              <a:gd name="connsiteX5" fmla="*/ 3776520 w 3776520"/>
              <a:gd name="connsiteY5" fmla="*/ 914401 h 6858000"/>
              <a:gd name="connsiteX6" fmla="*/ 3776520 w 3776520"/>
              <a:gd name="connsiteY6" fmla="*/ 6667507 h 6858000"/>
              <a:gd name="connsiteX7" fmla="*/ 3586027 w 3776520"/>
              <a:gd name="connsiteY7" fmla="*/ 6858000 h 6858000"/>
              <a:gd name="connsiteX8" fmla="*/ 0 w 377652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6520" h="6858000">
                <a:moveTo>
                  <a:pt x="0" y="0"/>
                </a:moveTo>
                <a:lnTo>
                  <a:pt x="3586029" y="0"/>
                </a:lnTo>
                <a:lnTo>
                  <a:pt x="3586034" y="1"/>
                </a:lnTo>
                <a:lnTo>
                  <a:pt x="3776520" y="1"/>
                </a:lnTo>
                <a:lnTo>
                  <a:pt x="3776520" y="190493"/>
                </a:lnTo>
                <a:lnTo>
                  <a:pt x="3776520" y="914401"/>
                </a:lnTo>
                <a:lnTo>
                  <a:pt x="3776520" y="6667507"/>
                </a:lnTo>
                <a:cubicBezTo>
                  <a:pt x="3776520" y="6772713"/>
                  <a:pt x="3691233" y="6858000"/>
                  <a:pt x="3586027" y="6858000"/>
                </a:cubicBezTo>
                <a:lnTo>
                  <a:pt x="0" y="6858000"/>
                </a:lnTo>
                <a:close/>
              </a:path>
            </a:pathLst>
          </a:custGeom>
          <a:solidFill>
            <a:schemeClr val="accent2">
              <a:lumMod val="20000"/>
              <a:lumOff val="80000"/>
              <a:alpha val="10000"/>
            </a:schemeClr>
          </a:solidFill>
        </p:spPr>
        <p:txBody>
          <a:bodyPr wrap="square" lIns="360000" tIns="360000" rIns="360000" bIns="360000">
            <a:noAutofit/>
          </a:bodyPr>
          <a:lstStyle/>
          <a:p>
            <a:r>
              <a:rPr lang="en-US" noProof="0"/>
              <a:t>Click icon to add picture</a:t>
            </a:r>
            <a:endParaRPr lang="en-GB" noProof="0"/>
          </a:p>
        </p:txBody>
      </p:sp>
      <p:sp>
        <p:nvSpPr>
          <p:cNvPr id="20" name="Text Placeholder 19">
            <a:extLst>
              <a:ext uri="{FF2B5EF4-FFF2-40B4-BE49-F238E27FC236}">
                <a16:creationId xmlns:a16="http://schemas.microsoft.com/office/drawing/2014/main" id="{3B02C1D6-EBC4-42E4-AD3A-B8313C31BD73}"/>
              </a:ext>
            </a:extLst>
          </p:cNvPr>
          <p:cNvSpPr>
            <a:spLocks noGrp="1"/>
          </p:cNvSpPr>
          <p:nvPr>
            <p:ph type="body" sz="quarter" idx="21" hasCustomPrompt="1"/>
          </p:nvPr>
        </p:nvSpPr>
        <p:spPr bwMode="auto">
          <a:xfrm>
            <a:off x="4124163" y="1141198"/>
            <a:ext cx="7408800" cy="5058000"/>
          </a:xfrm>
          <a:custGeom>
            <a:avLst/>
            <a:gdLst>
              <a:gd name="connsiteX0" fmla="*/ 0 w 5617764"/>
              <a:gd name="connsiteY0" fmla="*/ 0 h 5058000"/>
              <a:gd name="connsiteX1" fmla="*/ 5617764 w 5617764"/>
              <a:gd name="connsiteY1" fmla="*/ 0 h 5058000"/>
              <a:gd name="connsiteX2" fmla="*/ 5617764 w 5617764"/>
              <a:gd name="connsiteY2" fmla="*/ 5058000 h 5058000"/>
              <a:gd name="connsiteX3" fmla="*/ 0 w 5617764"/>
              <a:gd name="connsiteY3" fmla="*/ 5058000 h 5058000"/>
            </a:gdLst>
            <a:ahLst/>
            <a:cxnLst>
              <a:cxn ang="0">
                <a:pos x="connsiteX0" y="connsiteY0"/>
              </a:cxn>
              <a:cxn ang="0">
                <a:pos x="connsiteX1" y="connsiteY1"/>
              </a:cxn>
              <a:cxn ang="0">
                <a:pos x="connsiteX2" y="connsiteY2"/>
              </a:cxn>
              <a:cxn ang="0">
                <a:pos x="connsiteX3" y="connsiteY3"/>
              </a:cxn>
            </a:cxnLst>
            <a:rect l="l" t="t" r="r" b="b"/>
            <a:pathLst>
              <a:path w="5617764" h="5058000">
                <a:moveTo>
                  <a:pt x="0" y="0"/>
                </a:moveTo>
                <a:lnTo>
                  <a:pt x="5617764" y="0"/>
                </a:lnTo>
                <a:lnTo>
                  <a:pt x="5617764" y="5058000"/>
                </a:lnTo>
                <a:lnTo>
                  <a:pt x="0" y="5058000"/>
                </a:lnTo>
                <a:close/>
              </a:path>
            </a:pathLst>
          </a:custGeom>
        </p:spPr>
        <p:txBody>
          <a:bodyPr wrap="square">
            <a:noAutofit/>
          </a:bodyPr>
          <a:lstStyle>
            <a:lvl1pPr marL="360000" indent="-360000">
              <a:spcBef>
                <a:spcPts val="200"/>
              </a:spcBef>
              <a:spcAft>
                <a:spcPts val="800"/>
              </a:spcAft>
              <a:buFont typeface="+mj-lt"/>
              <a:buAutoNum type="arabicPeriod"/>
              <a:defRPr/>
            </a:lvl1pPr>
            <a:lvl2pPr>
              <a:defRPr/>
            </a:lvl2pPr>
          </a:lstStyle>
          <a:p>
            <a:pPr lvl="0"/>
            <a:r>
              <a:rPr lang="en-GB" noProof="0" dirty="0"/>
              <a:t>Click to add text</a:t>
            </a:r>
          </a:p>
          <a:p>
            <a:pPr lvl="1"/>
            <a:r>
              <a:rPr lang="en-GB" noProof="0" dirty="0"/>
              <a:t>Second level</a:t>
            </a:r>
          </a:p>
        </p:txBody>
      </p:sp>
      <p:sp>
        <p:nvSpPr>
          <p:cNvPr id="4" name="Title 3">
            <a:extLst>
              <a:ext uri="{FF2B5EF4-FFF2-40B4-BE49-F238E27FC236}">
                <a16:creationId xmlns:a16="http://schemas.microsoft.com/office/drawing/2014/main" id="{F4AC00D7-B457-45E8-A905-966FD04715A3}"/>
              </a:ext>
            </a:extLst>
          </p:cNvPr>
          <p:cNvSpPr>
            <a:spLocks noGrp="1"/>
          </p:cNvSpPr>
          <p:nvPr>
            <p:ph type="title"/>
          </p:nvPr>
        </p:nvSpPr>
        <p:spPr>
          <a:xfrm>
            <a:off x="4124163" y="325235"/>
            <a:ext cx="7408800" cy="817244"/>
          </a:xfrm>
        </p:spPr>
        <p:txBody>
          <a:bodyPr/>
          <a:lstStyle/>
          <a:p>
            <a:r>
              <a:rPr lang="en-US"/>
              <a:t>Click to edit Master title style</a:t>
            </a:r>
            <a:endParaRPr lang="en-GB"/>
          </a:p>
        </p:txBody>
      </p:sp>
      <p:sp>
        <p:nvSpPr>
          <p:cNvPr id="7" name="TextBox 6">
            <a:extLst>
              <a:ext uri="{FF2B5EF4-FFF2-40B4-BE49-F238E27FC236}">
                <a16:creationId xmlns:a16="http://schemas.microsoft.com/office/drawing/2014/main" id="{4BEB9DAA-E55F-4181-BD9B-980BDFC351B4}"/>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1853362766"/>
      </p:ext>
    </p:extLst>
  </p:cSld>
  <p:clrMapOvr>
    <a:masterClrMapping/>
  </p:clrMapOvr>
  <p:extLst>
    <p:ext uri="{DCECCB84-F9BA-43D5-87BE-67443E8EF086}">
      <p15:sldGuideLst xmlns:p15="http://schemas.microsoft.com/office/powerpoint/2012/main">
        <p15:guide id="1" pos="4308">
          <p15:clr>
            <a:srgbClr val="FBAE40"/>
          </p15:clr>
        </p15:guide>
        <p15:guide id="2" pos="459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hapter header oran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2B4DD1A-B332-4795-A59E-FA64AB32DDCC}"/>
              </a:ext>
            </a:extLst>
          </p:cNvPr>
          <p:cNvSpPr/>
          <p:nvPr userDrawn="1"/>
        </p:nvSpPr>
        <p:spPr>
          <a:xfrm>
            <a:off x="-2786743" y="-736600"/>
            <a:ext cx="17765486" cy="8331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GB" sz="1600" dirty="0" err="1">
              <a:solidFill>
                <a:schemeClr val="tx1"/>
              </a:solidFill>
            </a:endParaRPr>
          </a:p>
        </p:txBody>
      </p:sp>
      <p:sp>
        <p:nvSpPr>
          <p:cNvPr id="3" name="Slide Number Placeholder 2">
            <a:extLst>
              <a:ext uri="{FF2B5EF4-FFF2-40B4-BE49-F238E27FC236}">
                <a16:creationId xmlns:a16="http://schemas.microsoft.com/office/drawing/2014/main" id="{9C93E026-2D04-4A6A-8BE5-A11C6D229280}"/>
              </a:ext>
            </a:extLst>
          </p:cNvPr>
          <p:cNvSpPr>
            <a:spLocks noGrp="1"/>
          </p:cNvSpPr>
          <p:nvPr>
            <p:ph type="sldNum" sz="quarter" idx="11"/>
          </p:nvPr>
        </p:nvSpPr>
        <p:spPr/>
        <p:txBody>
          <a:bodyPr/>
          <a:lstStyle/>
          <a:p>
            <a:fld id="{DDD2A080-DA64-4F5C-9131-47EB793B4410}" type="slidenum">
              <a:rPr lang="en-GB" smtClean="0"/>
              <a:pPr/>
              <a:t>‹#›</a:t>
            </a:fld>
            <a:endParaRPr lang="en-GB" dirty="0"/>
          </a:p>
        </p:txBody>
      </p:sp>
      <p:sp>
        <p:nvSpPr>
          <p:cNvPr id="5" name="Title 1"/>
          <p:cNvSpPr>
            <a:spLocks noGrp="1"/>
          </p:cNvSpPr>
          <p:nvPr userDrawn="1">
            <p:ph type="ctrTitle" hasCustomPrompt="1"/>
          </p:nvPr>
        </p:nvSpPr>
        <p:spPr bwMode="gray">
          <a:xfrm>
            <a:off x="658800" y="2447999"/>
            <a:ext cx="5485801" cy="738000"/>
          </a:xfrm>
          <a:prstGeom prst="roundRect">
            <a:avLst>
              <a:gd name="adj" fmla="val 13861"/>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US" noProof="0"/>
              <a:t>Click to add chapter title</a:t>
            </a:r>
            <a:endParaRPr lang="en-GB" noProof="0" dirty="0"/>
          </a:p>
        </p:txBody>
      </p:sp>
      <p:sp>
        <p:nvSpPr>
          <p:cNvPr id="17" name="Text Placeholder 6">
            <a:extLst>
              <a:ext uri="{FF2B5EF4-FFF2-40B4-BE49-F238E27FC236}">
                <a16:creationId xmlns:a16="http://schemas.microsoft.com/office/drawing/2014/main" id="{BB9E4015-3A4E-46C3-A52A-4243EBED6321}"/>
              </a:ext>
            </a:extLst>
          </p:cNvPr>
          <p:cNvSpPr>
            <a:spLocks noGrp="1"/>
          </p:cNvSpPr>
          <p:nvPr>
            <p:ph type="body" sz="quarter" idx="12" hasCustomPrompt="1"/>
          </p:nvPr>
        </p:nvSpPr>
        <p:spPr bwMode="gray">
          <a:xfrm>
            <a:off x="990000" y="3265686"/>
            <a:ext cx="7814741"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 or remove bar</a:t>
            </a:r>
          </a:p>
        </p:txBody>
      </p:sp>
    </p:spTree>
    <p:extLst>
      <p:ext uri="{BB962C8B-B14F-4D97-AF65-F5344CB8AC3E}">
        <p14:creationId xmlns:p14="http://schemas.microsoft.com/office/powerpoint/2010/main" val="189201577"/>
      </p:ext>
    </p:extLst>
  </p:cSld>
  <p:clrMapOvr>
    <a:masterClrMapping/>
  </p:clrMapOvr>
  <p:extLst>
    <p:ext uri="{DCECCB84-F9BA-43D5-87BE-67443E8EF086}">
      <p15:sldGuideLst xmlns:p15="http://schemas.microsoft.com/office/powerpoint/2012/main">
        <p15:guide id="1" orient="horz" pos="1491">
          <p15:clr>
            <a:srgbClr val="FBAE40"/>
          </p15:clr>
        </p15:guide>
        <p15:guide id="2" orient="horz" pos="1542">
          <p15:clr>
            <a:srgbClr val="FBAE40"/>
          </p15:clr>
        </p15:guide>
        <p15:guide id="3" orient="horz" pos="2006">
          <p15:clr>
            <a:srgbClr val="FBAE40"/>
          </p15:clr>
        </p15:guide>
        <p15:guide id="4" orient="horz" pos="205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hapter header picture">
    <p:spTree>
      <p:nvGrpSpPr>
        <p:cNvPr id="1" name=""/>
        <p:cNvGrpSpPr/>
        <p:nvPr/>
      </p:nvGrpSpPr>
      <p:grpSpPr>
        <a:xfrm>
          <a:off x="0" y="0"/>
          <a:ext cx="0" cy="0"/>
          <a:chOff x="0" y="0"/>
          <a:chExt cx="0" cy="0"/>
        </a:xfrm>
      </p:grpSpPr>
      <p:sp>
        <p:nvSpPr>
          <p:cNvPr id="7" name="Picture Placeholder 42">
            <a:extLst>
              <a:ext uri="{FF2B5EF4-FFF2-40B4-BE49-F238E27FC236}">
                <a16:creationId xmlns:a16="http://schemas.microsoft.com/office/drawing/2014/main" id="{C6F478FA-E472-48C9-BEDB-175C654577D2}"/>
              </a:ext>
            </a:extLst>
          </p:cNvPr>
          <p:cNvSpPr>
            <a:spLocks noGrp="1"/>
          </p:cNvSpPr>
          <p:nvPr>
            <p:ph type="pic" sz="quarter" idx="17"/>
          </p:nvPr>
        </p:nvSpPr>
        <p:spPr bwMode="gray">
          <a:xfrm flipH="1">
            <a:off x="0" y="0"/>
            <a:ext cx="12192000" cy="6858000"/>
          </a:xfrm>
          <a:prstGeom prst="rect">
            <a:avLst/>
          </a:prstGeom>
          <a:solidFill>
            <a:schemeClr val="accent2">
              <a:lumMod val="20000"/>
              <a:lumOff val="80000"/>
              <a:alpha val="10000"/>
            </a:schemeClr>
          </a:solidFill>
        </p:spPr>
        <p:txBody>
          <a:bodyPr wrap="square" lIns="2880000" tIns="36000" rIns="36000" bIns="36000" anchor="ctr" anchorCtr="0">
            <a:noAutofit/>
          </a:bodyPr>
          <a:lstStyle>
            <a:lvl1pPr algn="ctr">
              <a:defRPr sz="1400" b="0"/>
            </a:lvl1pPr>
          </a:lstStyle>
          <a:p>
            <a:r>
              <a:rPr lang="en-US" noProof="0"/>
              <a:t>Click icon to add picture</a:t>
            </a:r>
            <a:endParaRPr lang="en-GB" noProof="0"/>
          </a:p>
        </p:txBody>
      </p:sp>
      <p:sp>
        <p:nvSpPr>
          <p:cNvPr id="6" name="Title Placeholder 1"/>
          <p:cNvSpPr>
            <a:spLocks noGrp="1"/>
          </p:cNvSpPr>
          <p:nvPr>
            <p:ph type="title" hasCustomPrompt="1"/>
          </p:nvPr>
        </p:nvSpPr>
        <p:spPr bwMode="gray">
          <a:xfrm>
            <a:off x="658800" y="2448000"/>
            <a:ext cx="5485801" cy="739574"/>
          </a:xfrm>
          <a:prstGeom prst="roundRect">
            <a:avLst>
              <a:gd name="adj" fmla="val 13738"/>
            </a:avLst>
          </a:prstGeom>
          <a:solidFill>
            <a:srgbClr val="FF6200"/>
          </a:solidFill>
        </p:spPr>
        <p:txBody>
          <a:bodyPr vert="horz" wrap="none" lIns="108000" tIns="108000" rIns="108000" bIns="72000" rtlCol="0" anchor="t" anchorCtr="0">
            <a:spAutoFit/>
          </a:bodyPr>
          <a:lstStyle>
            <a:lvl1pPr>
              <a:lnSpc>
                <a:spcPct val="90000"/>
              </a:lnSpc>
              <a:defRPr sz="3600">
                <a:solidFill>
                  <a:schemeClr val="bg1"/>
                </a:solidFill>
              </a:defRPr>
            </a:lvl1pPr>
          </a:lstStyle>
          <a:p>
            <a:r>
              <a:rPr lang="en-GB" noProof="0" dirty="0"/>
              <a:t>Click to </a:t>
            </a:r>
            <a:r>
              <a:rPr lang="en-GB" noProof="0"/>
              <a:t>add chapter title</a:t>
            </a:r>
            <a:endParaRPr lang="en-GB" noProof="0" dirty="0"/>
          </a:p>
        </p:txBody>
      </p:sp>
      <p:sp>
        <p:nvSpPr>
          <p:cNvPr id="17" name="Text Placeholder 6">
            <a:extLst>
              <a:ext uri="{FF2B5EF4-FFF2-40B4-BE49-F238E27FC236}">
                <a16:creationId xmlns:a16="http://schemas.microsoft.com/office/drawing/2014/main" id="{34E02287-585D-40F3-A1A8-FCA73640D47A}"/>
              </a:ext>
            </a:extLst>
          </p:cNvPr>
          <p:cNvSpPr>
            <a:spLocks noGrp="1"/>
          </p:cNvSpPr>
          <p:nvPr>
            <p:ph type="body" sz="quarter" idx="12" hasCustomPrompt="1"/>
          </p:nvPr>
        </p:nvSpPr>
        <p:spPr bwMode="gray">
          <a:xfrm>
            <a:off x="990000" y="3265686"/>
            <a:ext cx="7814741" cy="732995"/>
          </a:xfrm>
          <a:prstGeom prst="roundRect">
            <a:avLst>
              <a:gd name="adj" fmla="val 13767"/>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(sub)title or remove bar</a:t>
            </a:r>
          </a:p>
        </p:txBody>
      </p:sp>
      <p:sp>
        <p:nvSpPr>
          <p:cNvPr id="9" name="TextBox 8">
            <a:extLst>
              <a:ext uri="{FF2B5EF4-FFF2-40B4-BE49-F238E27FC236}">
                <a16:creationId xmlns:a16="http://schemas.microsoft.com/office/drawing/2014/main" id="{F8F7CF1A-99AC-42EE-A638-B3281CC1E31E}"/>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Tree>
    <p:extLst>
      <p:ext uri="{BB962C8B-B14F-4D97-AF65-F5344CB8AC3E}">
        <p14:creationId xmlns:p14="http://schemas.microsoft.com/office/powerpoint/2010/main" val="2534035640"/>
      </p:ext>
    </p:extLst>
  </p:cSld>
  <p:clrMapOvr>
    <a:masterClrMapping/>
  </p:clrMapOvr>
  <p:extLst>
    <p:ext uri="{DCECCB84-F9BA-43D5-87BE-67443E8EF086}">
      <p15:sldGuideLst xmlns:p15="http://schemas.microsoft.com/office/powerpoint/2012/main">
        <p15:guide id="1" pos="302">
          <p15:clr>
            <a:srgbClr val="FBAE40"/>
          </p15:clr>
        </p15:guide>
        <p15:guide id="2" orient="horz" pos="1491">
          <p15:clr>
            <a:srgbClr val="FBAE40"/>
          </p15:clr>
        </p15:guide>
        <p15:guide id="3" orient="horz" pos="1542">
          <p15:clr>
            <a:srgbClr val="FBAE40"/>
          </p15:clr>
        </p15:guide>
        <p15:guide id="4" orient="horz" pos="2006">
          <p15:clr>
            <a:srgbClr val="FBAE40"/>
          </p15:clr>
        </p15:guide>
        <p15:guide id="5" orient="horz" pos="205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450" y="1141198"/>
            <a:ext cx="5267158" cy="5058385"/>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7" y="1141198"/>
            <a:ext cx="5265544" cy="5058385"/>
          </a:xfrm>
          <a:prstGeom prst="rect">
            <a:avLst/>
          </a:prstGeom>
        </p:spPr>
        <p:txBody>
          <a:bodyPr vert="horz" lIns="0" tIns="0" rIns="0" bIns="0" rtlCol="0">
            <a:noAutofit/>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A61A2D65-5C14-4E44-B39C-B546862BAB88}"/>
              </a:ext>
            </a:extLst>
          </p:cNvPr>
          <p:cNvSpPr>
            <a:spLocks noGrp="1"/>
          </p:cNvSpPr>
          <p:nvPr>
            <p:ph type="ftr" sz="quarter" idx="12"/>
          </p:nvPr>
        </p:nvSpPr>
        <p:spPr/>
        <p:txBody>
          <a:bodyPr/>
          <a:lstStyle>
            <a:lvl1pPr>
              <a:defRPr/>
            </a:lvl1pPr>
          </a:lstStyle>
          <a:p>
            <a:endParaRPr lang="en-GB" noProof="0"/>
          </a:p>
        </p:txBody>
      </p:sp>
      <p:sp>
        <p:nvSpPr>
          <p:cNvPr id="5" name="Title 4">
            <a:extLst>
              <a:ext uri="{FF2B5EF4-FFF2-40B4-BE49-F238E27FC236}">
                <a16:creationId xmlns:a16="http://schemas.microsoft.com/office/drawing/2014/main" id="{142CD367-C838-4C7E-BE7E-30CDE203A0B2}"/>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6" name="Group 15">
            <a:extLst>
              <a:ext uri="{FF2B5EF4-FFF2-40B4-BE49-F238E27FC236}">
                <a16:creationId xmlns:a16="http://schemas.microsoft.com/office/drawing/2014/main" id="{8B680561-619B-49E5-BA76-BFB7A8AB04D1}"/>
              </a:ext>
            </a:extLst>
          </p:cNvPr>
          <p:cNvGrpSpPr/>
          <p:nvPr userDrawn="1"/>
        </p:nvGrpSpPr>
        <p:grpSpPr>
          <a:xfrm>
            <a:off x="-2368800" y="0"/>
            <a:ext cx="1872000" cy="4379495"/>
            <a:chOff x="-2025698" y="0"/>
            <a:chExt cx="1872000" cy="4379495"/>
          </a:xfrm>
        </p:grpSpPr>
        <p:grpSp>
          <p:nvGrpSpPr>
            <p:cNvPr id="17" name="Group 16">
              <a:extLst>
                <a:ext uri="{FF2B5EF4-FFF2-40B4-BE49-F238E27FC236}">
                  <a16:creationId xmlns:a16="http://schemas.microsoft.com/office/drawing/2014/main" id="{B0AE2EBF-AAAC-4047-8219-154F64030295}"/>
                </a:ext>
              </a:extLst>
            </p:cNvPr>
            <p:cNvGrpSpPr/>
            <p:nvPr userDrawn="1"/>
          </p:nvGrpSpPr>
          <p:grpSpPr>
            <a:xfrm>
              <a:off x="-2025698" y="0"/>
              <a:ext cx="1872000" cy="4379495"/>
              <a:chOff x="-2025698" y="0"/>
              <a:chExt cx="1872000" cy="4379495"/>
            </a:xfrm>
          </p:grpSpPr>
          <p:grpSp>
            <p:nvGrpSpPr>
              <p:cNvPr id="19" name="Group 18">
                <a:extLst>
                  <a:ext uri="{FF2B5EF4-FFF2-40B4-BE49-F238E27FC236}">
                    <a16:creationId xmlns:a16="http://schemas.microsoft.com/office/drawing/2014/main" id="{FD9E6F5F-412C-4A8E-A9A7-3C8DD49686B7}"/>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40A53387-CBD3-45CB-9F0A-F7FFFF846229}"/>
                    </a:ext>
                  </a:extLst>
                </p:cNvPr>
                <p:cNvGrpSpPr/>
                <p:nvPr/>
              </p:nvGrpSpPr>
              <p:grpSpPr>
                <a:xfrm>
                  <a:off x="-2025698" y="0"/>
                  <a:ext cx="1872000" cy="4379495"/>
                  <a:chOff x="-2025698" y="0"/>
                  <a:chExt cx="1872000" cy="4379495"/>
                </a:xfrm>
              </p:grpSpPr>
              <p:sp>
                <p:nvSpPr>
                  <p:cNvPr id="32" name="Rectangle 104">
                    <a:extLst>
                      <a:ext uri="{FF2B5EF4-FFF2-40B4-BE49-F238E27FC236}">
                        <a16:creationId xmlns:a16="http://schemas.microsoft.com/office/drawing/2014/main" id="{2A4C96D1-3B8E-4C9E-8AD2-711BE632AD45}"/>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3" name="Rectangle 113">
                    <a:extLst>
                      <a:ext uri="{FF2B5EF4-FFF2-40B4-BE49-F238E27FC236}">
                        <a16:creationId xmlns:a16="http://schemas.microsoft.com/office/drawing/2014/main" id="{925C447D-F25F-4268-BA3C-03BAF30F9BE8}"/>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2" name="Rectangle 106">
                  <a:extLst>
                    <a:ext uri="{FF2B5EF4-FFF2-40B4-BE49-F238E27FC236}">
                      <a16:creationId xmlns:a16="http://schemas.microsoft.com/office/drawing/2014/main" id="{0DD6CA5F-1745-4172-B6E9-ECE15240EBE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0" name="Picture 19">
                <a:extLst>
                  <a:ext uri="{FF2B5EF4-FFF2-40B4-BE49-F238E27FC236}">
                    <a16:creationId xmlns:a16="http://schemas.microsoft.com/office/drawing/2014/main" id="{CB0F121C-98B2-4CA8-8B7E-11F5449F52B7}"/>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8" name="Rectangle 17">
              <a:extLst>
                <a:ext uri="{FF2B5EF4-FFF2-40B4-BE49-F238E27FC236}">
                  <a16:creationId xmlns:a16="http://schemas.microsoft.com/office/drawing/2014/main" id="{B6E7437E-161D-4C12-80F8-81A292407BED}"/>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300120013"/>
      </p:ext>
    </p:extLst>
  </p:cSld>
  <p:clrMapOvr>
    <a:masterClrMapping/>
  </p:clrMapOvr>
  <p:extLst>
    <p:ext uri="{DCECCB84-F9BA-43D5-87BE-67443E8EF086}">
      <p15:sldGuideLst xmlns:p15="http://schemas.microsoft.com/office/powerpoint/2012/main">
        <p15:guide id="1" pos="3736">
          <p15:clr>
            <a:srgbClr val="FBAE40"/>
          </p15:clr>
        </p15:guide>
        <p15:guide id="2" pos="394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 column with subtitles">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795636"/>
            <a:ext cx="5266800" cy="4403948"/>
          </a:xfrm>
        </p:spPr>
        <p:txBody>
          <a:bodyPr>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795636"/>
            <a:ext cx="5266800" cy="4403948"/>
          </a:xfrm>
          <a:prstGeom prst="rect">
            <a:avLst/>
          </a:prstGeom>
        </p:spPr>
        <p:txBody>
          <a:bodyPr vert="horz" lIns="0" tIns="0" rIns="0" bIns="0" rtlCol="0">
            <a:noAutofit/>
          </a:bodyPr>
          <a:lstStyle>
            <a:lvl1pPr>
              <a:defRPr sz="2000"/>
            </a:lvl1pPr>
            <a:lvl2pPr>
              <a:defRPr sz="2000"/>
            </a:lvl2pPr>
            <a:lvl3pPr>
              <a:defRPr sz="2000"/>
            </a:lvl3pPr>
            <a:lvl4pPr>
              <a:defRPr sz="2000"/>
            </a:lvl4pPr>
            <a:lvl5pPr>
              <a:defRPr sz="2000"/>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11" name="Text Placeholder 10"/>
          <p:cNvSpPr>
            <a:spLocks noGrp="1"/>
          </p:cNvSpPr>
          <p:nvPr>
            <p:ph type="body" sz="quarter" idx="12" hasCustomPrompt="1"/>
          </p:nvPr>
        </p:nvSpPr>
        <p:spPr>
          <a:xfrm>
            <a:off x="659008" y="1141199"/>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12" name="Text Placeholder 10"/>
          <p:cNvSpPr>
            <a:spLocks noGrp="1"/>
          </p:cNvSpPr>
          <p:nvPr>
            <p:ph type="body" sz="quarter" idx="13" hasCustomPrompt="1"/>
          </p:nvPr>
        </p:nvSpPr>
        <p:spPr>
          <a:xfrm>
            <a:off x="6267808" y="1141199"/>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6CBDDC94-5B3D-42D0-9E13-4806E2360F38}"/>
              </a:ext>
            </a:extLst>
          </p:cNvPr>
          <p:cNvSpPr>
            <a:spLocks noGrp="1"/>
          </p:cNvSpPr>
          <p:nvPr>
            <p:ph type="ftr" sz="quarter" idx="14"/>
          </p:nvPr>
        </p:nvSpPr>
        <p:spPr/>
        <p:txBody>
          <a:bodyPr/>
          <a:lstStyle>
            <a:lvl1pPr>
              <a:defRPr/>
            </a:lvl1pPr>
          </a:lstStyle>
          <a:p>
            <a:endParaRPr lang="en-GB" noProof="0"/>
          </a:p>
        </p:txBody>
      </p:sp>
      <p:sp>
        <p:nvSpPr>
          <p:cNvPr id="5" name="Title 4">
            <a:extLst>
              <a:ext uri="{FF2B5EF4-FFF2-40B4-BE49-F238E27FC236}">
                <a16:creationId xmlns:a16="http://schemas.microsoft.com/office/drawing/2014/main" id="{DD808BD7-3ABA-46AC-BB36-00B87977556E}"/>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8" name="Group 17">
            <a:extLst>
              <a:ext uri="{FF2B5EF4-FFF2-40B4-BE49-F238E27FC236}">
                <a16:creationId xmlns:a16="http://schemas.microsoft.com/office/drawing/2014/main" id="{17891330-491A-4457-8D90-3ADD7103038E}"/>
              </a:ext>
            </a:extLst>
          </p:cNvPr>
          <p:cNvGrpSpPr/>
          <p:nvPr userDrawn="1"/>
        </p:nvGrpSpPr>
        <p:grpSpPr>
          <a:xfrm>
            <a:off x="-2368598" y="0"/>
            <a:ext cx="1872000" cy="4379495"/>
            <a:chOff x="-2025698" y="0"/>
            <a:chExt cx="1872000" cy="4379495"/>
          </a:xfrm>
        </p:grpSpPr>
        <p:grpSp>
          <p:nvGrpSpPr>
            <p:cNvPr id="19" name="Group 18">
              <a:extLst>
                <a:ext uri="{FF2B5EF4-FFF2-40B4-BE49-F238E27FC236}">
                  <a16:creationId xmlns:a16="http://schemas.microsoft.com/office/drawing/2014/main" id="{C0CBDD1C-B6A8-43FD-9F39-94B65690F9B8}"/>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EA5B9797-59AC-41BB-947A-2B6C5BB7EDB9}"/>
                  </a:ext>
                </a:extLst>
              </p:cNvPr>
              <p:cNvGrpSpPr/>
              <p:nvPr userDrawn="1"/>
            </p:nvGrpSpPr>
            <p:grpSpPr>
              <a:xfrm>
                <a:off x="-2025698" y="0"/>
                <a:ext cx="1872000" cy="4379495"/>
                <a:chOff x="-2025698" y="0"/>
                <a:chExt cx="1872000" cy="4379495"/>
              </a:xfrm>
            </p:grpSpPr>
            <p:grpSp>
              <p:nvGrpSpPr>
                <p:cNvPr id="23" name="Group 22">
                  <a:extLst>
                    <a:ext uri="{FF2B5EF4-FFF2-40B4-BE49-F238E27FC236}">
                      <a16:creationId xmlns:a16="http://schemas.microsoft.com/office/drawing/2014/main" id="{CE0A786B-D00D-4CD5-8D6B-A254CBBF9B60}"/>
                    </a:ext>
                  </a:extLst>
                </p:cNvPr>
                <p:cNvGrpSpPr/>
                <p:nvPr/>
              </p:nvGrpSpPr>
              <p:grpSpPr>
                <a:xfrm>
                  <a:off x="-2025698" y="0"/>
                  <a:ext cx="1872000" cy="4379495"/>
                  <a:chOff x="-2025698" y="0"/>
                  <a:chExt cx="1872000" cy="4379495"/>
                </a:xfrm>
              </p:grpSpPr>
              <p:sp>
                <p:nvSpPr>
                  <p:cNvPr id="34" name="Rectangle 104">
                    <a:extLst>
                      <a:ext uri="{FF2B5EF4-FFF2-40B4-BE49-F238E27FC236}">
                        <a16:creationId xmlns:a16="http://schemas.microsoft.com/office/drawing/2014/main" id="{CD09DEB9-A1C6-43A0-AA88-5CF34725B0F1}"/>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5" name="Rectangle 113">
                    <a:extLst>
                      <a:ext uri="{FF2B5EF4-FFF2-40B4-BE49-F238E27FC236}">
                        <a16:creationId xmlns:a16="http://schemas.microsoft.com/office/drawing/2014/main" id="{454EDDE6-AB53-4C55-9FA5-100895043C16}"/>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4" name="Rectangle 106">
                  <a:extLst>
                    <a:ext uri="{FF2B5EF4-FFF2-40B4-BE49-F238E27FC236}">
                      <a16:creationId xmlns:a16="http://schemas.microsoft.com/office/drawing/2014/main" id="{D2F93721-6368-4D5E-93EB-94A240365DA6}"/>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2" name="Picture 21">
                <a:extLst>
                  <a:ext uri="{FF2B5EF4-FFF2-40B4-BE49-F238E27FC236}">
                    <a16:creationId xmlns:a16="http://schemas.microsoft.com/office/drawing/2014/main" id="{A0912A6C-0CA7-4339-BB58-10E291AB0D51}"/>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0" name="Rectangle 19">
              <a:extLst>
                <a:ext uri="{FF2B5EF4-FFF2-40B4-BE49-F238E27FC236}">
                  <a16:creationId xmlns:a16="http://schemas.microsoft.com/office/drawing/2014/main" id="{242343EA-8D5D-48DF-9ACF-1C5FE40859BB}"/>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753299672"/>
      </p:ext>
    </p:extLst>
  </p:cSld>
  <p:clrMapOvr>
    <a:masterClrMapping/>
  </p:clrMapOvr>
  <p:extLst>
    <p:ext uri="{DCECCB84-F9BA-43D5-87BE-67443E8EF086}">
      <p15:sldGuideLst xmlns:p15="http://schemas.microsoft.com/office/powerpoint/2012/main">
        <p15:guide id="1" pos="3739">
          <p15:clr>
            <a:srgbClr val="FBAE40"/>
          </p15:clr>
        </p15:guide>
        <p15:guide id="2" pos="394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 column with subtitle lef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141197"/>
            <a:ext cx="5266800" cy="5058000"/>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795636"/>
            <a:ext cx="5266800" cy="4403948"/>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1" name="Text Placeholder 10"/>
          <p:cNvSpPr>
            <a:spLocks noGrp="1"/>
          </p:cNvSpPr>
          <p:nvPr>
            <p:ph type="body" sz="quarter" idx="12" hasCustomPrompt="1"/>
          </p:nvPr>
        </p:nvSpPr>
        <p:spPr>
          <a:xfrm>
            <a:off x="659008" y="1141200"/>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3" name="Title 2">
            <a:extLst>
              <a:ext uri="{FF2B5EF4-FFF2-40B4-BE49-F238E27FC236}">
                <a16:creationId xmlns:a16="http://schemas.microsoft.com/office/drawing/2014/main" id="{8D10E2A6-3B9C-4CCB-9AF4-A075C9B65F4D}"/>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5" name="Footer Placeholder 4">
            <a:extLst>
              <a:ext uri="{FF2B5EF4-FFF2-40B4-BE49-F238E27FC236}">
                <a16:creationId xmlns:a16="http://schemas.microsoft.com/office/drawing/2014/main" id="{B9372160-E1EA-47E5-A047-D299891EE8A8}"/>
              </a:ext>
            </a:extLst>
          </p:cNvPr>
          <p:cNvSpPr>
            <a:spLocks noGrp="1"/>
          </p:cNvSpPr>
          <p:nvPr>
            <p:ph type="ftr" sz="quarter" idx="13"/>
          </p:nvPr>
        </p:nvSpPr>
        <p:spPr/>
        <p:txBody>
          <a:bodyPr/>
          <a:lstStyle/>
          <a:p>
            <a:endParaRPr lang="en-GB" noProof="0" dirty="0"/>
          </a:p>
        </p:txBody>
      </p:sp>
      <p:sp>
        <p:nvSpPr>
          <p:cNvPr id="7" name="Slide Number Placeholder 6">
            <a:extLst>
              <a:ext uri="{FF2B5EF4-FFF2-40B4-BE49-F238E27FC236}">
                <a16:creationId xmlns:a16="http://schemas.microsoft.com/office/drawing/2014/main" id="{227B0B82-FB55-4F6A-8F74-C7F6E1DFA628}"/>
              </a:ext>
            </a:extLst>
          </p:cNvPr>
          <p:cNvSpPr>
            <a:spLocks noGrp="1"/>
          </p:cNvSpPr>
          <p:nvPr>
            <p:ph type="sldNum" sz="quarter" idx="14"/>
          </p:nvPr>
        </p:nvSpPr>
        <p:spPr/>
        <p:txBody>
          <a:bodyPr/>
          <a:lstStyle/>
          <a:p>
            <a:fld id="{DDD2A080-DA64-4F5C-9131-47EB793B4410}" type="slidenum">
              <a:rPr lang="en-GB" smtClean="0"/>
              <a:pPr/>
              <a:t>‹#›</a:t>
            </a:fld>
            <a:endParaRPr lang="en-GB" dirty="0"/>
          </a:p>
        </p:txBody>
      </p:sp>
      <p:grpSp>
        <p:nvGrpSpPr>
          <p:cNvPr id="17" name="Group 16">
            <a:extLst>
              <a:ext uri="{FF2B5EF4-FFF2-40B4-BE49-F238E27FC236}">
                <a16:creationId xmlns:a16="http://schemas.microsoft.com/office/drawing/2014/main" id="{FB92A929-A1DA-4E5E-B6EB-D47F365E7B1C}"/>
              </a:ext>
            </a:extLst>
          </p:cNvPr>
          <p:cNvGrpSpPr/>
          <p:nvPr userDrawn="1"/>
        </p:nvGrpSpPr>
        <p:grpSpPr>
          <a:xfrm>
            <a:off x="-2368598" y="0"/>
            <a:ext cx="1872000" cy="4379495"/>
            <a:chOff x="-2025698" y="0"/>
            <a:chExt cx="1872000" cy="4379495"/>
          </a:xfrm>
        </p:grpSpPr>
        <p:grpSp>
          <p:nvGrpSpPr>
            <p:cNvPr id="18" name="Group 17">
              <a:extLst>
                <a:ext uri="{FF2B5EF4-FFF2-40B4-BE49-F238E27FC236}">
                  <a16:creationId xmlns:a16="http://schemas.microsoft.com/office/drawing/2014/main" id="{8683DD30-E16E-4BDF-8CD2-0B73F84294D1}"/>
                </a:ext>
              </a:extLst>
            </p:cNvPr>
            <p:cNvGrpSpPr/>
            <p:nvPr userDrawn="1"/>
          </p:nvGrpSpPr>
          <p:grpSpPr>
            <a:xfrm>
              <a:off x="-2025698" y="0"/>
              <a:ext cx="1872000" cy="4379495"/>
              <a:chOff x="-2025698" y="0"/>
              <a:chExt cx="1872000" cy="4379495"/>
            </a:xfrm>
          </p:grpSpPr>
          <p:grpSp>
            <p:nvGrpSpPr>
              <p:cNvPr id="20" name="Group 19">
                <a:extLst>
                  <a:ext uri="{FF2B5EF4-FFF2-40B4-BE49-F238E27FC236}">
                    <a16:creationId xmlns:a16="http://schemas.microsoft.com/office/drawing/2014/main" id="{66AB43A1-9FF4-4D46-8761-35BB5BD0108B}"/>
                  </a:ext>
                </a:extLst>
              </p:cNvPr>
              <p:cNvGrpSpPr/>
              <p:nvPr userDrawn="1"/>
            </p:nvGrpSpPr>
            <p:grpSpPr>
              <a:xfrm>
                <a:off x="-2025698" y="0"/>
                <a:ext cx="1872000" cy="4379495"/>
                <a:chOff x="-2025698" y="0"/>
                <a:chExt cx="1872000" cy="4379495"/>
              </a:xfrm>
            </p:grpSpPr>
            <p:grpSp>
              <p:nvGrpSpPr>
                <p:cNvPr id="22" name="Group 21">
                  <a:extLst>
                    <a:ext uri="{FF2B5EF4-FFF2-40B4-BE49-F238E27FC236}">
                      <a16:creationId xmlns:a16="http://schemas.microsoft.com/office/drawing/2014/main" id="{713A1FFD-F3FE-492E-B509-84FE86BB6FAD}"/>
                    </a:ext>
                  </a:extLst>
                </p:cNvPr>
                <p:cNvGrpSpPr/>
                <p:nvPr/>
              </p:nvGrpSpPr>
              <p:grpSpPr>
                <a:xfrm>
                  <a:off x="-2025698" y="0"/>
                  <a:ext cx="1872000" cy="4379495"/>
                  <a:chOff x="-2025698" y="0"/>
                  <a:chExt cx="1872000" cy="4379495"/>
                </a:xfrm>
              </p:grpSpPr>
              <p:sp>
                <p:nvSpPr>
                  <p:cNvPr id="33" name="Rectangle 104">
                    <a:extLst>
                      <a:ext uri="{FF2B5EF4-FFF2-40B4-BE49-F238E27FC236}">
                        <a16:creationId xmlns:a16="http://schemas.microsoft.com/office/drawing/2014/main" id="{62B21EBD-2E7F-4B3B-8040-E6D45F657C4F}"/>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4" name="Rectangle 113">
                    <a:extLst>
                      <a:ext uri="{FF2B5EF4-FFF2-40B4-BE49-F238E27FC236}">
                        <a16:creationId xmlns:a16="http://schemas.microsoft.com/office/drawing/2014/main" id="{DDF75901-C9E5-48BE-A943-AE18C3D5AB26}"/>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3" name="Rectangle 106">
                  <a:extLst>
                    <a:ext uri="{FF2B5EF4-FFF2-40B4-BE49-F238E27FC236}">
                      <a16:creationId xmlns:a16="http://schemas.microsoft.com/office/drawing/2014/main" id="{7BCF099C-1F9B-4D46-9B7C-79AD24D63D7D}"/>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1" name="Picture 20">
                <a:extLst>
                  <a:ext uri="{FF2B5EF4-FFF2-40B4-BE49-F238E27FC236}">
                    <a16:creationId xmlns:a16="http://schemas.microsoft.com/office/drawing/2014/main" id="{B68FBB24-F345-494F-947A-BA22547F8F12}"/>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9" name="Rectangle 18">
              <a:extLst>
                <a:ext uri="{FF2B5EF4-FFF2-40B4-BE49-F238E27FC236}">
                  <a16:creationId xmlns:a16="http://schemas.microsoft.com/office/drawing/2014/main" id="{E162D96A-CF7F-4B41-9D6C-EF67222919EF}"/>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524968767"/>
      </p:ext>
    </p:extLst>
  </p:cSld>
  <p:clrMapOvr>
    <a:masterClrMapping/>
  </p:clrMapOvr>
  <p:extLst>
    <p:ext uri="{DCECCB84-F9BA-43D5-87BE-67443E8EF086}">
      <p15:sldGuideLst xmlns:p15="http://schemas.microsoft.com/office/powerpoint/2012/main">
        <p15:guide id="1" pos="3739">
          <p15:clr>
            <a:srgbClr val="FBAE40"/>
          </p15:clr>
        </p15:guide>
        <p15:guide id="2" pos="394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 column with subtitle right">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bwMode="gray">
          <a:xfrm>
            <a:off x="6267808" y="1795636"/>
            <a:ext cx="5266800" cy="4403948"/>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 Placeholder 2"/>
          <p:cNvSpPr>
            <a:spLocks noGrp="1"/>
          </p:cNvSpPr>
          <p:nvPr>
            <p:ph idx="1" hasCustomPrompt="1"/>
          </p:nvPr>
        </p:nvSpPr>
        <p:spPr bwMode="gray">
          <a:xfrm>
            <a:off x="659008" y="1141197"/>
            <a:ext cx="5266800" cy="5058000"/>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Slide Number Placeholder 5"/>
          <p:cNvSpPr>
            <a:spLocks noGrp="1"/>
          </p:cNvSpPr>
          <p:nvPr>
            <p:ph type="sldNum" sz="quarter" idx="11"/>
          </p:nvPr>
        </p:nvSpPr>
        <p:spPr/>
        <p:txBody>
          <a:bodyPr/>
          <a:lstStyle/>
          <a:p>
            <a:fld id="{DDD2A080-DA64-4F5C-9131-47EB793B4410}" type="slidenum">
              <a:rPr lang="en-GB" noProof="0" smtClean="0"/>
              <a:pPr/>
              <a:t>‹#›</a:t>
            </a:fld>
            <a:endParaRPr lang="en-GB" noProof="0" dirty="0"/>
          </a:p>
        </p:txBody>
      </p:sp>
      <p:sp>
        <p:nvSpPr>
          <p:cNvPr id="12" name="Text Placeholder 10"/>
          <p:cNvSpPr>
            <a:spLocks noGrp="1"/>
          </p:cNvSpPr>
          <p:nvPr>
            <p:ph type="body" sz="quarter" idx="13" hasCustomPrompt="1"/>
          </p:nvPr>
        </p:nvSpPr>
        <p:spPr>
          <a:xfrm>
            <a:off x="6267808" y="1141200"/>
            <a:ext cx="52668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6354F0FD-4827-40E7-BA87-8FF76878B97F}"/>
              </a:ext>
            </a:extLst>
          </p:cNvPr>
          <p:cNvSpPr>
            <a:spLocks noGrp="1"/>
          </p:cNvSpPr>
          <p:nvPr>
            <p:ph type="ftr" sz="quarter" idx="14"/>
          </p:nvPr>
        </p:nvSpPr>
        <p:spPr/>
        <p:txBody>
          <a:bodyPr/>
          <a:lstStyle>
            <a:lvl1pPr>
              <a:defRPr/>
            </a:lvl1pPr>
          </a:lstStyle>
          <a:p>
            <a:endParaRPr lang="en-GB" dirty="0"/>
          </a:p>
        </p:txBody>
      </p:sp>
      <p:sp>
        <p:nvSpPr>
          <p:cNvPr id="3" name="Title 2">
            <a:extLst>
              <a:ext uri="{FF2B5EF4-FFF2-40B4-BE49-F238E27FC236}">
                <a16:creationId xmlns:a16="http://schemas.microsoft.com/office/drawing/2014/main" id="{94D0CD75-F01F-45DE-B90E-313E96F7CA37}"/>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grpSp>
        <p:nvGrpSpPr>
          <p:cNvPr id="17" name="Group 16">
            <a:extLst>
              <a:ext uri="{FF2B5EF4-FFF2-40B4-BE49-F238E27FC236}">
                <a16:creationId xmlns:a16="http://schemas.microsoft.com/office/drawing/2014/main" id="{31AC473C-A6C1-441E-9BFA-27C2B3ADCBF8}"/>
              </a:ext>
            </a:extLst>
          </p:cNvPr>
          <p:cNvGrpSpPr/>
          <p:nvPr userDrawn="1"/>
        </p:nvGrpSpPr>
        <p:grpSpPr>
          <a:xfrm>
            <a:off x="-2368598" y="0"/>
            <a:ext cx="1872000" cy="4379495"/>
            <a:chOff x="-2025698" y="0"/>
            <a:chExt cx="1872000" cy="4379495"/>
          </a:xfrm>
        </p:grpSpPr>
        <p:grpSp>
          <p:nvGrpSpPr>
            <p:cNvPr id="18" name="Group 17">
              <a:extLst>
                <a:ext uri="{FF2B5EF4-FFF2-40B4-BE49-F238E27FC236}">
                  <a16:creationId xmlns:a16="http://schemas.microsoft.com/office/drawing/2014/main" id="{066E69C8-EF33-465D-8A26-29969D28E49F}"/>
                </a:ext>
              </a:extLst>
            </p:cNvPr>
            <p:cNvGrpSpPr/>
            <p:nvPr userDrawn="1"/>
          </p:nvGrpSpPr>
          <p:grpSpPr>
            <a:xfrm>
              <a:off x="-2025698" y="0"/>
              <a:ext cx="1872000" cy="4379495"/>
              <a:chOff x="-2025698" y="0"/>
              <a:chExt cx="1872000" cy="4379495"/>
            </a:xfrm>
          </p:grpSpPr>
          <p:grpSp>
            <p:nvGrpSpPr>
              <p:cNvPr id="20" name="Group 19">
                <a:extLst>
                  <a:ext uri="{FF2B5EF4-FFF2-40B4-BE49-F238E27FC236}">
                    <a16:creationId xmlns:a16="http://schemas.microsoft.com/office/drawing/2014/main" id="{41B916F9-78F4-4A8B-BC63-C55C3684B862}"/>
                  </a:ext>
                </a:extLst>
              </p:cNvPr>
              <p:cNvGrpSpPr/>
              <p:nvPr userDrawn="1"/>
            </p:nvGrpSpPr>
            <p:grpSpPr>
              <a:xfrm>
                <a:off x="-2025698" y="0"/>
                <a:ext cx="1872000" cy="4379495"/>
                <a:chOff x="-2025698" y="0"/>
                <a:chExt cx="1872000" cy="4379495"/>
              </a:xfrm>
            </p:grpSpPr>
            <p:grpSp>
              <p:nvGrpSpPr>
                <p:cNvPr id="22" name="Group 21">
                  <a:extLst>
                    <a:ext uri="{FF2B5EF4-FFF2-40B4-BE49-F238E27FC236}">
                      <a16:creationId xmlns:a16="http://schemas.microsoft.com/office/drawing/2014/main" id="{F5CC4694-699A-4A4E-B361-DB9E9225CD6F}"/>
                    </a:ext>
                  </a:extLst>
                </p:cNvPr>
                <p:cNvGrpSpPr/>
                <p:nvPr/>
              </p:nvGrpSpPr>
              <p:grpSpPr>
                <a:xfrm>
                  <a:off x="-2025698" y="0"/>
                  <a:ext cx="1872000" cy="4379495"/>
                  <a:chOff x="-2025698" y="0"/>
                  <a:chExt cx="1872000" cy="4379495"/>
                </a:xfrm>
              </p:grpSpPr>
              <p:sp>
                <p:nvSpPr>
                  <p:cNvPr id="33" name="Rectangle 104">
                    <a:extLst>
                      <a:ext uri="{FF2B5EF4-FFF2-40B4-BE49-F238E27FC236}">
                        <a16:creationId xmlns:a16="http://schemas.microsoft.com/office/drawing/2014/main" id="{05416BCD-A5D4-4FEE-A730-BBF13346166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4" name="Rectangle 113">
                    <a:extLst>
                      <a:ext uri="{FF2B5EF4-FFF2-40B4-BE49-F238E27FC236}">
                        <a16:creationId xmlns:a16="http://schemas.microsoft.com/office/drawing/2014/main" id="{80E16C94-B39B-4551-B204-2E9EC7127715}"/>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3" name="Rectangle 106">
                  <a:extLst>
                    <a:ext uri="{FF2B5EF4-FFF2-40B4-BE49-F238E27FC236}">
                      <a16:creationId xmlns:a16="http://schemas.microsoft.com/office/drawing/2014/main" id="{EFF825D0-FAD8-46C9-AB5B-437B5F363014}"/>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1" name="Picture 20">
                <a:extLst>
                  <a:ext uri="{FF2B5EF4-FFF2-40B4-BE49-F238E27FC236}">
                    <a16:creationId xmlns:a16="http://schemas.microsoft.com/office/drawing/2014/main" id="{7EAA0503-B5E7-46D7-A51B-A6AF36893BAB}"/>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19" name="Rectangle 18">
              <a:extLst>
                <a:ext uri="{FF2B5EF4-FFF2-40B4-BE49-F238E27FC236}">
                  <a16:creationId xmlns:a16="http://schemas.microsoft.com/office/drawing/2014/main" id="{490203CF-ED78-4305-8ED7-105B7E9D8906}"/>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424895094"/>
      </p:ext>
    </p:extLst>
  </p:cSld>
  <p:clrMapOvr>
    <a:masterClrMapping/>
  </p:clrMapOvr>
  <p:extLst>
    <p:ext uri="{DCECCB84-F9BA-43D5-87BE-67443E8EF086}">
      <p15:sldGuideLst xmlns:p15="http://schemas.microsoft.com/office/powerpoint/2012/main">
        <p15:guide id="1" pos="3739">
          <p15:clr>
            <a:srgbClr val="FBAE40"/>
          </p15:clr>
        </p15:guide>
        <p15:guide id="2" pos="394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 split">
    <p:bg bwMode="gray">
      <p:bgRef idx="1001">
        <a:schemeClr val="bg1"/>
      </p:bgRef>
    </p:bg>
    <p:spTree>
      <p:nvGrpSpPr>
        <p:cNvPr id="1" name=""/>
        <p:cNvGrpSpPr/>
        <p:nvPr/>
      </p:nvGrpSpPr>
      <p:grpSpPr>
        <a:xfrm>
          <a:off x="0" y="0"/>
          <a:ext cx="0" cy="0"/>
          <a:chOff x="0" y="0"/>
          <a:chExt cx="0" cy="0"/>
        </a:xfrm>
      </p:grpSpPr>
      <p:sp>
        <p:nvSpPr>
          <p:cNvPr id="12" name="Slide Number Placeholder 11"/>
          <p:cNvSpPr>
            <a:spLocks noGrp="1"/>
          </p:cNvSpPr>
          <p:nvPr>
            <p:ph type="sldNum" sz="quarter" idx="27"/>
          </p:nvPr>
        </p:nvSpPr>
        <p:spPr/>
        <p:txBody>
          <a:bodyPr/>
          <a:lstStyle/>
          <a:p>
            <a:fld id="{DDD2A080-DA64-4F5C-9131-47EB793B4410}" type="slidenum">
              <a:rPr lang="en-GB" noProof="0" smtClean="0"/>
              <a:pPr/>
              <a:t>‹#›</a:t>
            </a:fld>
            <a:endParaRPr lang="en-GB" noProof="0" dirty="0"/>
          </a:p>
        </p:txBody>
      </p:sp>
      <p:sp>
        <p:nvSpPr>
          <p:cNvPr id="23" name="Content Placeholder 3"/>
          <p:cNvSpPr>
            <a:spLocks noGrp="1"/>
          </p:cNvSpPr>
          <p:nvPr>
            <p:ph sz="half" idx="2" hasCustomPrompt="1"/>
          </p:nvPr>
        </p:nvSpPr>
        <p:spPr bwMode="gray">
          <a:xfrm>
            <a:off x="6267808" y="1141986"/>
            <a:ext cx="5266800" cy="2397600"/>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4" name="Text Placeholder 2"/>
          <p:cNvSpPr>
            <a:spLocks noGrp="1"/>
          </p:cNvSpPr>
          <p:nvPr>
            <p:ph idx="28" hasCustomPrompt="1"/>
          </p:nvPr>
        </p:nvSpPr>
        <p:spPr bwMode="gray">
          <a:xfrm>
            <a:off x="659008" y="1141986"/>
            <a:ext cx="5266800" cy="2397600"/>
          </a:xfrm>
          <a:prstGeom prst="rect">
            <a:avLst/>
          </a:prstGeom>
        </p:spPr>
        <p:txBody>
          <a:bodyPr vert="horz" lIns="0" tIns="0" rIns="0" bIns="0" rtlCol="0">
            <a:noAutofit/>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5" name="Content Placeholder 3"/>
          <p:cNvSpPr>
            <a:spLocks noGrp="1"/>
          </p:cNvSpPr>
          <p:nvPr>
            <p:ph sz="half" idx="29" hasCustomPrompt="1"/>
          </p:nvPr>
        </p:nvSpPr>
        <p:spPr bwMode="gray">
          <a:xfrm>
            <a:off x="6267808" y="3802197"/>
            <a:ext cx="5266800" cy="2397789"/>
          </a:xfrm>
        </p:spPr>
        <p:txBody>
          <a:bodyPr>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6" name="Text Placeholder 2"/>
          <p:cNvSpPr>
            <a:spLocks noGrp="1"/>
          </p:cNvSpPr>
          <p:nvPr>
            <p:ph idx="30" hasCustomPrompt="1"/>
          </p:nvPr>
        </p:nvSpPr>
        <p:spPr bwMode="gray">
          <a:xfrm>
            <a:off x="659008" y="3802197"/>
            <a:ext cx="5266800" cy="2397789"/>
          </a:xfrm>
          <a:prstGeom prst="rect">
            <a:avLst/>
          </a:prstGeom>
        </p:spPr>
        <p:txBody>
          <a:bodyPr vert="horz" lIns="0" tIns="0" rIns="0" bIns="0" rtlCol="0">
            <a:noAutofit/>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Footer Placeholder 1">
            <a:extLst>
              <a:ext uri="{FF2B5EF4-FFF2-40B4-BE49-F238E27FC236}">
                <a16:creationId xmlns:a16="http://schemas.microsoft.com/office/drawing/2014/main" id="{4EDD62BA-FC45-408F-BEDB-6A95B524438F}"/>
              </a:ext>
            </a:extLst>
          </p:cNvPr>
          <p:cNvSpPr>
            <a:spLocks noGrp="1"/>
          </p:cNvSpPr>
          <p:nvPr>
            <p:ph type="ftr" sz="quarter" idx="31"/>
          </p:nvPr>
        </p:nvSpPr>
        <p:spPr/>
        <p:txBody>
          <a:bodyPr/>
          <a:lstStyle>
            <a:lvl1pPr>
              <a:defRPr/>
            </a:lvl1pPr>
          </a:lstStyle>
          <a:p>
            <a:endParaRPr lang="en-GB" noProof="0" dirty="0"/>
          </a:p>
        </p:txBody>
      </p:sp>
      <p:sp>
        <p:nvSpPr>
          <p:cNvPr id="5" name="Title 4">
            <a:extLst>
              <a:ext uri="{FF2B5EF4-FFF2-40B4-BE49-F238E27FC236}">
                <a16:creationId xmlns:a16="http://schemas.microsoft.com/office/drawing/2014/main" id="{C5165C57-A39C-4702-9224-E9AB0A554CC4}"/>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grpSp>
        <p:nvGrpSpPr>
          <p:cNvPr id="18" name="Group 17">
            <a:extLst>
              <a:ext uri="{FF2B5EF4-FFF2-40B4-BE49-F238E27FC236}">
                <a16:creationId xmlns:a16="http://schemas.microsoft.com/office/drawing/2014/main" id="{D81180ED-7705-41B1-A517-5D9E1F2ABC2E}"/>
              </a:ext>
            </a:extLst>
          </p:cNvPr>
          <p:cNvGrpSpPr/>
          <p:nvPr userDrawn="1"/>
        </p:nvGrpSpPr>
        <p:grpSpPr>
          <a:xfrm>
            <a:off x="-2368598" y="0"/>
            <a:ext cx="1872000" cy="4379495"/>
            <a:chOff x="-2025698" y="0"/>
            <a:chExt cx="1872000" cy="4379495"/>
          </a:xfrm>
        </p:grpSpPr>
        <p:grpSp>
          <p:nvGrpSpPr>
            <p:cNvPr id="19" name="Group 18">
              <a:extLst>
                <a:ext uri="{FF2B5EF4-FFF2-40B4-BE49-F238E27FC236}">
                  <a16:creationId xmlns:a16="http://schemas.microsoft.com/office/drawing/2014/main" id="{FA5FD254-8911-4CEB-9003-1252ED1C49EB}"/>
                </a:ext>
              </a:extLst>
            </p:cNvPr>
            <p:cNvGrpSpPr/>
            <p:nvPr userDrawn="1"/>
          </p:nvGrpSpPr>
          <p:grpSpPr>
            <a:xfrm>
              <a:off x="-2025698" y="0"/>
              <a:ext cx="1872000" cy="4379495"/>
              <a:chOff x="-2025698" y="0"/>
              <a:chExt cx="1872000" cy="4379495"/>
            </a:xfrm>
          </p:grpSpPr>
          <p:grpSp>
            <p:nvGrpSpPr>
              <p:cNvPr id="21" name="Group 20">
                <a:extLst>
                  <a:ext uri="{FF2B5EF4-FFF2-40B4-BE49-F238E27FC236}">
                    <a16:creationId xmlns:a16="http://schemas.microsoft.com/office/drawing/2014/main" id="{E344E630-11BB-42F6-949D-9F1A7294849B}"/>
                  </a:ext>
                </a:extLst>
              </p:cNvPr>
              <p:cNvGrpSpPr/>
              <p:nvPr userDrawn="1"/>
            </p:nvGrpSpPr>
            <p:grpSpPr>
              <a:xfrm>
                <a:off x="-2025698" y="0"/>
                <a:ext cx="1872000" cy="4379495"/>
                <a:chOff x="-2025698" y="0"/>
                <a:chExt cx="1872000" cy="4379495"/>
              </a:xfrm>
            </p:grpSpPr>
            <p:grpSp>
              <p:nvGrpSpPr>
                <p:cNvPr id="27" name="Group 26">
                  <a:extLst>
                    <a:ext uri="{FF2B5EF4-FFF2-40B4-BE49-F238E27FC236}">
                      <a16:creationId xmlns:a16="http://schemas.microsoft.com/office/drawing/2014/main" id="{68B8A680-F835-4D93-AC44-54894E1B405C}"/>
                    </a:ext>
                  </a:extLst>
                </p:cNvPr>
                <p:cNvGrpSpPr/>
                <p:nvPr/>
              </p:nvGrpSpPr>
              <p:grpSpPr>
                <a:xfrm>
                  <a:off x="-2025698" y="0"/>
                  <a:ext cx="1872000" cy="4379495"/>
                  <a:chOff x="-2025698" y="0"/>
                  <a:chExt cx="1872000" cy="4379495"/>
                </a:xfrm>
              </p:grpSpPr>
              <p:sp>
                <p:nvSpPr>
                  <p:cNvPr id="38" name="Rectangle 104">
                    <a:extLst>
                      <a:ext uri="{FF2B5EF4-FFF2-40B4-BE49-F238E27FC236}">
                        <a16:creationId xmlns:a16="http://schemas.microsoft.com/office/drawing/2014/main" id="{FE9A71FF-815E-4804-9920-7572BA81415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9" name="Rectangle 113">
                    <a:extLst>
                      <a:ext uri="{FF2B5EF4-FFF2-40B4-BE49-F238E27FC236}">
                        <a16:creationId xmlns:a16="http://schemas.microsoft.com/office/drawing/2014/main" id="{CA8D94AF-AD7E-4619-AD5C-859FC5413F57}"/>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8" name="Rectangle 106">
                  <a:extLst>
                    <a:ext uri="{FF2B5EF4-FFF2-40B4-BE49-F238E27FC236}">
                      <a16:creationId xmlns:a16="http://schemas.microsoft.com/office/drawing/2014/main" id="{B2229489-4F13-4E1A-A058-D1FC4B564928}"/>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2" name="Picture 21">
                <a:extLst>
                  <a:ext uri="{FF2B5EF4-FFF2-40B4-BE49-F238E27FC236}">
                    <a16:creationId xmlns:a16="http://schemas.microsoft.com/office/drawing/2014/main" id="{CAAE9F0D-1CCF-480F-A4F7-1FD0463919C9}"/>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0" name="Rectangle 19">
              <a:extLst>
                <a:ext uri="{FF2B5EF4-FFF2-40B4-BE49-F238E27FC236}">
                  <a16:creationId xmlns:a16="http://schemas.microsoft.com/office/drawing/2014/main" id="{0B03B54B-F436-43A4-876F-E6CC07584BF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950429142"/>
      </p:ext>
    </p:extLst>
  </p:cSld>
  <p:clrMapOvr>
    <a:masterClrMapping/>
  </p:clrMapOvr>
  <p:extLst>
    <p:ext uri="{DCECCB84-F9BA-43D5-87BE-67443E8EF086}">
      <p15:sldGuideLst xmlns:p15="http://schemas.microsoft.com/office/powerpoint/2012/main">
        <p15:guide id="1" pos="3739">
          <p15:clr>
            <a:srgbClr val="FBAE40"/>
          </p15:clr>
        </p15:guide>
        <p15:guide id="0" pos="3941">
          <p15:clr>
            <a:srgbClr val="FBAE40"/>
          </p15:clr>
        </p15:guide>
        <p15:guide id="2" orient="horz" pos="2240">
          <p15:clr>
            <a:srgbClr val="FBAE40"/>
          </p15:clr>
        </p15:guide>
        <p15:guide id="3" orient="horz" pos="239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6 spli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141986"/>
            <a:ext cx="3401817"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Content Placeholder 2"/>
          <p:cNvSpPr>
            <a:spLocks noGrp="1"/>
          </p:cNvSpPr>
          <p:nvPr>
            <p:ph idx="13" hasCustomPrompt="1"/>
          </p:nvPr>
        </p:nvSpPr>
        <p:spPr bwMode="gray">
          <a:xfrm>
            <a:off x="4395716" y="1141986"/>
            <a:ext cx="3402000"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Content Placeholder 2"/>
          <p:cNvSpPr>
            <a:spLocks noGrp="1"/>
          </p:cNvSpPr>
          <p:nvPr>
            <p:ph idx="14" hasCustomPrompt="1"/>
          </p:nvPr>
        </p:nvSpPr>
        <p:spPr bwMode="gray">
          <a:xfrm>
            <a:off x="8132608" y="1141986"/>
            <a:ext cx="3402000" cy="2397600"/>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Slide Number Placeholder 8"/>
          <p:cNvSpPr>
            <a:spLocks noGrp="1"/>
          </p:cNvSpPr>
          <p:nvPr>
            <p:ph type="sldNum" sz="quarter" idx="19"/>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8FFC834C-A34C-444A-96B2-193DA5760128}"/>
              </a:ext>
            </a:extLst>
          </p:cNvPr>
          <p:cNvSpPr>
            <a:spLocks noGrp="1"/>
          </p:cNvSpPr>
          <p:nvPr>
            <p:ph type="ftr" sz="quarter" idx="20"/>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C4EBA273-56DA-4043-8B43-48A7F2D5882A}"/>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20" name="Text Placeholder 19">
            <a:extLst>
              <a:ext uri="{FF2B5EF4-FFF2-40B4-BE49-F238E27FC236}">
                <a16:creationId xmlns:a16="http://schemas.microsoft.com/office/drawing/2014/main" id="{21A61B2F-042C-45F8-A0F3-A805A4CC3426}"/>
              </a:ext>
            </a:extLst>
          </p:cNvPr>
          <p:cNvSpPr>
            <a:spLocks noGrp="1"/>
          </p:cNvSpPr>
          <p:nvPr>
            <p:ph type="body" sz="quarter" idx="25" hasCustomPrompt="1"/>
          </p:nvPr>
        </p:nvSpPr>
        <p:spPr bwMode="auto">
          <a:xfrm>
            <a:off x="8132608" y="3802386"/>
            <a:ext cx="3402000"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18" name="Text Placeholder 17">
            <a:extLst>
              <a:ext uri="{FF2B5EF4-FFF2-40B4-BE49-F238E27FC236}">
                <a16:creationId xmlns:a16="http://schemas.microsoft.com/office/drawing/2014/main" id="{303AD663-BDF9-41B1-932D-882CB2D05686}"/>
              </a:ext>
            </a:extLst>
          </p:cNvPr>
          <p:cNvSpPr>
            <a:spLocks noGrp="1"/>
          </p:cNvSpPr>
          <p:nvPr>
            <p:ph type="body" sz="quarter" idx="26" hasCustomPrompt="1"/>
          </p:nvPr>
        </p:nvSpPr>
        <p:spPr bwMode="auto">
          <a:xfrm>
            <a:off x="4395716" y="3802386"/>
            <a:ext cx="3402000"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17" name="Text Placeholder 16">
            <a:extLst>
              <a:ext uri="{FF2B5EF4-FFF2-40B4-BE49-F238E27FC236}">
                <a16:creationId xmlns:a16="http://schemas.microsoft.com/office/drawing/2014/main" id="{5C8C9853-D80D-461C-A5C1-7A244490EF01}"/>
              </a:ext>
            </a:extLst>
          </p:cNvPr>
          <p:cNvSpPr>
            <a:spLocks noGrp="1"/>
          </p:cNvSpPr>
          <p:nvPr>
            <p:ph type="body" sz="quarter" idx="27" hasCustomPrompt="1"/>
          </p:nvPr>
        </p:nvSpPr>
        <p:spPr bwMode="auto">
          <a:xfrm>
            <a:off x="659008" y="3802386"/>
            <a:ext cx="3401817" cy="2397600"/>
          </a:xfrm>
          <a:custGeom>
            <a:avLst/>
            <a:gdLst>
              <a:gd name="connsiteX0" fmla="*/ 0 w 3265200"/>
              <a:gd name="connsiteY0" fmla="*/ 0 h 2329200"/>
              <a:gd name="connsiteX1" fmla="*/ 3265200 w 3265200"/>
              <a:gd name="connsiteY1" fmla="*/ 0 h 2329200"/>
              <a:gd name="connsiteX2" fmla="*/ 3265200 w 3265200"/>
              <a:gd name="connsiteY2" fmla="*/ 2329200 h 2329200"/>
              <a:gd name="connsiteX3" fmla="*/ 0 w 3265200"/>
              <a:gd name="connsiteY3" fmla="*/ 2329200 h 2329200"/>
            </a:gdLst>
            <a:ahLst/>
            <a:cxnLst>
              <a:cxn ang="0">
                <a:pos x="connsiteX0" y="connsiteY0"/>
              </a:cxn>
              <a:cxn ang="0">
                <a:pos x="connsiteX1" y="connsiteY1"/>
              </a:cxn>
              <a:cxn ang="0">
                <a:pos x="connsiteX2" y="connsiteY2"/>
              </a:cxn>
              <a:cxn ang="0">
                <a:pos x="connsiteX3" y="connsiteY3"/>
              </a:cxn>
            </a:cxnLst>
            <a:rect l="l" t="t" r="r" b="b"/>
            <a:pathLst>
              <a:path w="3265200" h="2329200">
                <a:moveTo>
                  <a:pt x="0" y="0"/>
                </a:moveTo>
                <a:lnTo>
                  <a:pt x="3265200" y="0"/>
                </a:lnTo>
                <a:lnTo>
                  <a:pt x="3265200" y="2329200"/>
                </a:lnTo>
                <a:lnTo>
                  <a:pt x="0" y="2329200"/>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grpSp>
        <p:nvGrpSpPr>
          <p:cNvPr id="39" name="Group 38">
            <a:extLst>
              <a:ext uri="{FF2B5EF4-FFF2-40B4-BE49-F238E27FC236}">
                <a16:creationId xmlns:a16="http://schemas.microsoft.com/office/drawing/2014/main" id="{9AF6D44A-0294-48EC-8B01-EA74305500DC}"/>
              </a:ext>
            </a:extLst>
          </p:cNvPr>
          <p:cNvGrpSpPr/>
          <p:nvPr userDrawn="1"/>
        </p:nvGrpSpPr>
        <p:grpSpPr>
          <a:xfrm>
            <a:off x="-2368598" y="0"/>
            <a:ext cx="1872000" cy="4379495"/>
            <a:chOff x="-2025698" y="0"/>
            <a:chExt cx="1872000" cy="4379495"/>
          </a:xfrm>
        </p:grpSpPr>
        <p:grpSp>
          <p:nvGrpSpPr>
            <p:cNvPr id="40" name="Group 39">
              <a:extLst>
                <a:ext uri="{FF2B5EF4-FFF2-40B4-BE49-F238E27FC236}">
                  <a16:creationId xmlns:a16="http://schemas.microsoft.com/office/drawing/2014/main" id="{64C5CFFD-F0C8-4A93-B89E-FB68A48F3825}"/>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E57FA918-40CA-44E1-B636-4EFDEF52933A}"/>
                  </a:ext>
                </a:extLst>
              </p:cNvPr>
              <p:cNvGrpSpPr/>
              <p:nvPr userDrawn="1"/>
            </p:nvGrpSpPr>
            <p:grpSpPr>
              <a:xfrm>
                <a:off x="-2025698" y="0"/>
                <a:ext cx="1872000" cy="4379495"/>
                <a:chOff x="-2025698" y="0"/>
                <a:chExt cx="1872000" cy="4379495"/>
              </a:xfrm>
            </p:grpSpPr>
            <p:grpSp>
              <p:nvGrpSpPr>
                <p:cNvPr id="44" name="Group 43">
                  <a:extLst>
                    <a:ext uri="{FF2B5EF4-FFF2-40B4-BE49-F238E27FC236}">
                      <a16:creationId xmlns:a16="http://schemas.microsoft.com/office/drawing/2014/main" id="{AE03D839-457C-4C20-BBFC-54D7BA6EDA83}"/>
                    </a:ext>
                  </a:extLst>
                </p:cNvPr>
                <p:cNvGrpSpPr/>
                <p:nvPr/>
              </p:nvGrpSpPr>
              <p:grpSpPr>
                <a:xfrm>
                  <a:off x="-2025698" y="0"/>
                  <a:ext cx="1872000" cy="4379495"/>
                  <a:chOff x="-2025698" y="0"/>
                  <a:chExt cx="1872000" cy="4379495"/>
                </a:xfrm>
              </p:grpSpPr>
              <p:sp>
                <p:nvSpPr>
                  <p:cNvPr id="46" name="Rectangle 104">
                    <a:extLst>
                      <a:ext uri="{FF2B5EF4-FFF2-40B4-BE49-F238E27FC236}">
                        <a16:creationId xmlns:a16="http://schemas.microsoft.com/office/drawing/2014/main" id="{E3F01C10-0FD6-49DE-9290-CC484C79E93A}"/>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7" name="Rectangle 113">
                    <a:extLst>
                      <a:ext uri="{FF2B5EF4-FFF2-40B4-BE49-F238E27FC236}">
                        <a16:creationId xmlns:a16="http://schemas.microsoft.com/office/drawing/2014/main" id="{55FF9082-9A8A-45AD-AA5A-65C6622A4B25}"/>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5" name="Rectangle 106">
                  <a:extLst>
                    <a:ext uri="{FF2B5EF4-FFF2-40B4-BE49-F238E27FC236}">
                      <a16:creationId xmlns:a16="http://schemas.microsoft.com/office/drawing/2014/main" id="{E9D5ED91-05AF-4DEC-929C-8DE1EF08461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43" name="Picture 42">
                <a:extLst>
                  <a:ext uri="{FF2B5EF4-FFF2-40B4-BE49-F238E27FC236}">
                    <a16:creationId xmlns:a16="http://schemas.microsoft.com/office/drawing/2014/main" id="{28AADD23-D330-4589-8B81-8B8CEAA82A60}"/>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41" name="Rectangle 40">
              <a:extLst>
                <a:ext uri="{FF2B5EF4-FFF2-40B4-BE49-F238E27FC236}">
                  <a16:creationId xmlns:a16="http://schemas.microsoft.com/office/drawing/2014/main" id="{A9FFDADA-1ECF-47A4-AB70-A5A3A174B857}"/>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030646275"/>
      </p:ext>
    </p:extLst>
  </p:cSld>
  <p:clrMapOvr>
    <a:masterClrMapping/>
  </p:clrMapOvr>
  <p:extLst>
    <p:ext uri="{DCECCB84-F9BA-43D5-87BE-67443E8EF086}">
      <p15:sldGuideLst xmlns:p15="http://schemas.microsoft.com/office/powerpoint/2012/main">
        <p15:guide id="1" pos="2558">
          <p15:clr>
            <a:srgbClr val="FBAE40"/>
          </p15:clr>
        </p15:guide>
        <p15:guide id="2" pos="2770">
          <p15:clr>
            <a:srgbClr val="FBAE40"/>
          </p15:clr>
        </p15:guide>
        <p15:guide id="3" pos="4910">
          <p15:clr>
            <a:srgbClr val="FBAE40"/>
          </p15:clr>
        </p15:guide>
        <p15:guide id="4" pos="5122">
          <p15:clr>
            <a:srgbClr val="FBAE40"/>
          </p15:clr>
        </p15:guide>
        <p15:guide id="5" orient="horz" pos="2240">
          <p15:clr>
            <a:srgbClr val="FBAE40"/>
          </p15:clr>
        </p15:guide>
        <p15:guide id="6" orient="horz" pos="239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6 split graph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Content Placeholder 2"/>
          <p:cNvSpPr>
            <a:spLocks noGrp="1"/>
          </p:cNvSpPr>
          <p:nvPr>
            <p:ph idx="13" hasCustomPrompt="1"/>
          </p:nvPr>
        </p:nvSpPr>
        <p:spPr bwMode="gray">
          <a:xfrm>
            <a:off x="4395716"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Content Placeholder 2"/>
          <p:cNvSpPr>
            <a:spLocks noGrp="1"/>
          </p:cNvSpPr>
          <p:nvPr>
            <p:ph idx="14" hasCustomPrompt="1"/>
          </p:nvPr>
        </p:nvSpPr>
        <p:spPr bwMode="gray">
          <a:xfrm>
            <a:off x="8132608" y="1795637"/>
            <a:ext cx="3402000" cy="2696988"/>
          </a:xfrm>
        </p:spPr>
        <p:txBody>
          <a:bodyPr/>
          <a:lstStyle>
            <a:lvl1pPr>
              <a:defRPr/>
            </a:lvl1pPr>
            <a:lvl2pPr>
              <a:defRPr/>
            </a:lvl2pPr>
            <a:lvl3pPr>
              <a:defRPr/>
            </a:lvl3pPr>
            <a:lvl4pPr>
              <a:defRPr/>
            </a:lvl4pPr>
            <a:lvl5pPr>
              <a:defRPr/>
            </a:lvl5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Slide Number Placeholder 8"/>
          <p:cNvSpPr>
            <a:spLocks noGrp="1"/>
          </p:cNvSpPr>
          <p:nvPr>
            <p:ph type="sldNum" sz="quarter" idx="19"/>
          </p:nvPr>
        </p:nvSpPr>
        <p:spPr/>
        <p:txBody>
          <a:bodyPr/>
          <a:lstStyle/>
          <a:p>
            <a:fld id="{DDD2A080-DA64-4F5C-9131-47EB793B4410}" type="slidenum">
              <a:rPr lang="en-GB" noProof="0" smtClean="0"/>
              <a:pPr/>
              <a:t>‹#›</a:t>
            </a:fld>
            <a:endParaRPr lang="en-GB" noProof="0" dirty="0"/>
          </a:p>
        </p:txBody>
      </p:sp>
      <p:sp>
        <p:nvSpPr>
          <p:cNvPr id="10" name="Text Placeholder 10"/>
          <p:cNvSpPr>
            <a:spLocks noGrp="1"/>
          </p:cNvSpPr>
          <p:nvPr>
            <p:ph type="body" sz="quarter" idx="12" hasCustomPrompt="1"/>
          </p:nvPr>
        </p:nvSpPr>
        <p:spPr>
          <a:xfrm>
            <a:off x="659008" y="1141200"/>
            <a:ext cx="3402000" cy="572400"/>
          </a:xfrm>
        </p:spPr>
        <p:txBody>
          <a:bodyPr>
            <a:noAutofit/>
          </a:bodyPr>
          <a:lstStyle>
            <a:lvl1pPr>
              <a:lnSpc>
                <a:spcPct val="93000"/>
              </a:lnSpc>
              <a:defRPr sz="2000" b="1">
                <a:solidFill>
                  <a:schemeClr val="bg2"/>
                </a:solidFill>
              </a:defRPr>
            </a:lvl1pPr>
          </a:lstStyle>
          <a:p>
            <a:pPr lvl="0"/>
            <a:r>
              <a:rPr lang="en-GB" noProof="0" dirty="0"/>
              <a:t>Click to add subtitle</a:t>
            </a:r>
          </a:p>
        </p:txBody>
      </p:sp>
      <p:sp>
        <p:nvSpPr>
          <p:cNvPr id="16" name="Text Placeholder 10"/>
          <p:cNvSpPr>
            <a:spLocks noGrp="1"/>
          </p:cNvSpPr>
          <p:nvPr>
            <p:ph type="body" sz="quarter" idx="20" hasCustomPrompt="1"/>
          </p:nvPr>
        </p:nvSpPr>
        <p:spPr>
          <a:xfrm>
            <a:off x="4395716" y="1141200"/>
            <a:ext cx="3402000" cy="572400"/>
          </a:xfrm>
        </p:spPr>
        <p:txBody>
          <a:bodyPr/>
          <a:lstStyle>
            <a:lvl1pPr>
              <a:lnSpc>
                <a:spcPct val="93000"/>
              </a:lnSpc>
              <a:defRPr sz="2000" b="1">
                <a:solidFill>
                  <a:schemeClr val="bg2"/>
                </a:solidFill>
              </a:defRPr>
            </a:lvl1pPr>
          </a:lstStyle>
          <a:p>
            <a:pPr lvl="0"/>
            <a:r>
              <a:rPr lang="en-GB" noProof="0" dirty="0"/>
              <a:t>Click to add subtitle</a:t>
            </a:r>
          </a:p>
        </p:txBody>
      </p:sp>
      <p:sp>
        <p:nvSpPr>
          <p:cNvPr id="17" name="Text Placeholder 10"/>
          <p:cNvSpPr>
            <a:spLocks noGrp="1"/>
          </p:cNvSpPr>
          <p:nvPr>
            <p:ph type="body" sz="quarter" idx="21" hasCustomPrompt="1"/>
          </p:nvPr>
        </p:nvSpPr>
        <p:spPr>
          <a:xfrm>
            <a:off x="8132608" y="1141200"/>
            <a:ext cx="3402000" cy="572400"/>
          </a:xfrm>
        </p:spPr>
        <p:txBody>
          <a:bodyPr/>
          <a:lstStyle>
            <a:lvl1pPr>
              <a:lnSpc>
                <a:spcPct val="93000"/>
              </a:lnSpc>
              <a:defRPr sz="2000" b="1">
                <a:solidFill>
                  <a:schemeClr val="bg2"/>
                </a:solidFill>
              </a:defRPr>
            </a:lvl1pPr>
          </a:lstStyle>
          <a:p>
            <a:pPr lvl="0"/>
            <a:r>
              <a:rPr lang="en-GB" noProof="0" dirty="0"/>
              <a:t>Click to add subtitle</a:t>
            </a:r>
          </a:p>
        </p:txBody>
      </p:sp>
      <p:sp>
        <p:nvSpPr>
          <p:cNvPr id="2" name="Footer Placeholder 1">
            <a:extLst>
              <a:ext uri="{FF2B5EF4-FFF2-40B4-BE49-F238E27FC236}">
                <a16:creationId xmlns:a16="http://schemas.microsoft.com/office/drawing/2014/main" id="{9A6698A2-A39B-41B3-9275-CB9AF2EB4D82}"/>
              </a:ext>
            </a:extLst>
          </p:cNvPr>
          <p:cNvSpPr>
            <a:spLocks noGrp="1"/>
          </p:cNvSpPr>
          <p:nvPr>
            <p:ph type="ftr" sz="quarter" idx="22"/>
          </p:nvPr>
        </p:nvSpPr>
        <p:spPr/>
        <p:txBody>
          <a:bodyPr/>
          <a:lstStyle>
            <a:lvl1pPr>
              <a:defRPr/>
            </a:lvl1pPr>
          </a:lstStyle>
          <a:p>
            <a:endParaRPr lang="en-GB" noProof="0"/>
          </a:p>
        </p:txBody>
      </p:sp>
      <p:sp>
        <p:nvSpPr>
          <p:cNvPr id="6" name="Title 5">
            <a:extLst>
              <a:ext uri="{FF2B5EF4-FFF2-40B4-BE49-F238E27FC236}">
                <a16:creationId xmlns:a16="http://schemas.microsoft.com/office/drawing/2014/main" id="{7461088F-78BF-40B2-9347-3DDF04997BA2}"/>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20" name="Text Placeholder 19">
            <a:extLst>
              <a:ext uri="{FF2B5EF4-FFF2-40B4-BE49-F238E27FC236}">
                <a16:creationId xmlns:a16="http://schemas.microsoft.com/office/drawing/2014/main" id="{CEFF65E3-281C-42C3-B17B-E3FBBBFCC311}"/>
              </a:ext>
            </a:extLst>
          </p:cNvPr>
          <p:cNvSpPr>
            <a:spLocks noGrp="1"/>
          </p:cNvSpPr>
          <p:nvPr>
            <p:ph type="body" sz="quarter" idx="23" hasCustomPrompt="1"/>
          </p:nvPr>
        </p:nvSpPr>
        <p:spPr bwMode="auto">
          <a:xfrm>
            <a:off x="659008"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21" name="Text Placeholder 20">
            <a:extLst>
              <a:ext uri="{FF2B5EF4-FFF2-40B4-BE49-F238E27FC236}">
                <a16:creationId xmlns:a16="http://schemas.microsoft.com/office/drawing/2014/main" id="{4EB20EA5-1BDF-4774-85AE-3707EE79E838}"/>
              </a:ext>
            </a:extLst>
          </p:cNvPr>
          <p:cNvSpPr>
            <a:spLocks noGrp="1"/>
          </p:cNvSpPr>
          <p:nvPr>
            <p:ph type="body" sz="quarter" idx="24" hasCustomPrompt="1"/>
          </p:nvPr>
        </p:nvSpPr>
        <p:spPr bwMode="auto">
          <a:xfrm>
            <a:off x="4395716"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sp>
        <p:nvSpPr>
          <p:cNvPr id="22" name="Text Placeholder 21">
            <a:extLst>
              <a:ext uri="{FF2B5EF4-FFF2-40B4-BE49-F238E27FC236}">
                <a16:creationId xmlns:a16="http://schemas.microsoft.com/office/drawing/2014/main" id="{47ABD35C-80D6-4CEF-A7D8-B8167BA43E06}"/>
              </a:ext>
            </a:extLst>
          </p:cNvPr>
          <p:cNvSpPr>
            <a:spLocks noGrp="1"/>
          </p:cNvSpPr>
          <p:nvPr>
            <p:ph type="body" sz="quarter" idx="25" hasCustomPrompt="1"/>
          </p:nvPr>
        </p:nvSpPr>
        <p:spPr bwMode="auto">
          <a:xfrm>
            <a:off x="8132608" y="4760733"/>
            <a:ext cx="3402000" cy="1440042"/>
          </a:xfrm>
          <a:custGeom>
            <a:avLst/>
            <a:gdLst>
              <a:gd name="connsiteX0" fmla="*/ 0 w 3265200"/>
              <a:gd name="connsiteY0" fmla="*/ 0 h 1440042"/>
              <a:gd name="connsiteX1" fmla="*/ 3265200 w 3265200"/>
              <a:gd name="connsiteY1" fmla="*/ 0 h 1440042"/>
              <a:gd name="connsiteX2" fmla="*/ 3265200 w 3265200"/>
              <a:gd name="connsiteY2" fmla="*/ 1440042 h 1440042"/>
              <a:gd name="connsiteX3" fmla="*/ 0 w 3265200"/>
              <a:gd name="connsiteY3" fmla="*/ 1440042 h 1440042"/>
            </a:gdLst>
            <a:ahLst/>
            <a:cxnLst>
              <a:cxn ang="0">
                <a:pos x="connsiteX0" y="connsiteY0"/>
              </a:cxn>
              <a:cxn ang="0">
                <a:pos x="connsiteX1" y="connsiteY1"/>
              </a:cxn>
              <a:cxn ang="0">
                <a:pos x="connsiteX2" y="connsiteY2"/>
              </a:cxn>
              <a:cxn ang="0">
                <a:pos x="connsiteX3" y="connsiteY3"/>
              </a:cxn>
            </a:cxnLst>
            <a:rect l="l" t="t" r="r" b="b"/>
            <a:pathLst>
              <a:path w="3265200" h="1440042">
                <a:moveTo>
                  <a:pt x="0" y="0"/>
                </a:moveTo>
                <a:lnTo>
                  <a:pt x="3265200" y="0"/>
                </a:lnTo>
                <a:lnTo>
                  <a:pt x="3265200" y="1440042"/>
                </a:lnTo>
                <a:lnTo>
                  <a:pt x="0" y="1440042"/>
                </a:lnTo>
                <a:close/>
              </a:path>
            </a:pathLst>
          </a:custGeom>
        </p:spPr>
        <p:txBody>
          <a:bodyPr wrap="square">
            <a:noAutofit/>
          </a:bodyPr>
          <a:lstStyle>
            <a:lvl1pPr>
              <a:defRPr/>
            </a:lvl1pPr>
            <a:lvl2pPr>
              <a:defRPr/>
            </a:lvl2pPr>
          </a:lstStyle>
          <a:p>
            <a:pPr lvl="0"/>
            <a:r>
              <a:rPr lang="en-GB" noProof="0" dirty="0"/>
              <a:t>Click to add text</a:t>
            </a:r>
          </a:p>
          <a:p>
            <a:pPr lvl="1"/>
            <a:r>
              <a:rPr lang="en-GB" noProof="0" dirty="0"/>
              <a:t>Second level</a:t>
            </a:r>
          </a:p>
        </p:txBody>
      </p:sp>
      <p:grpSp>
        <p:nvGrpSpPr>
          <p:cNvPr id="23" name="Group 22">
            <a:extLst>
              <a:ext uri="{FF2B5EF4-FFF2-40B4-BE49-F238E27FC236}">
                <a16:creationId xmlns:a16="http://schemas.microsoft.com/office/drawing/2014/main" id="{5837A4F1-813B-4E08-9ED0-69735471A037}"/>
              </a:ext>
            </a:extLst>
          </p:cNvPr>
          <p:cNvGrpSpPr/>
          <p:nvPr userDrawn="1"/>
        </p:nvGrpSpPr>
        <p:grpSpPr>
          <a:xfrm>
            <a:off x="-2368598" y="0"/>
            <a:ext cx="1872000" cy="4379495"/>
            <a:chOff x="-2025698" y="0"/>
            <a:chExt cx="1872000" cy="4379495"/>
          </a:xfrm>
        </p:grpSpPr>
        <p:grpSp>
          <p:nvGrpSpPr>
            <p:cNvPr id="24" name="Group 23">
              <a:extLst>
                <a:ext uri="{FF2B5EF4-FFF2-40B4-BE49-F238E27FC236}">
                  <a16:creationId xmlns:a16="http://schemas.microsoft.com/office/drawing/2014/main" id="{55440F9C-887D-4F39-AF0E-29E9DD0B1166}"/>
                </a:ext>
              </a:extLst>
            </p:cNvPr>
            <p:cNvGrpSpPr/>
            <p:nvPr userDrawn="1"/>
          </p:nvGrpSpPr>
          <p:grpSpPr>
            <a:xfrm>
              <a:off x="-2025698" y="0"/>
              <a:ext cx="1872000" cy="4379495"/>
              <a:chOff x="-2025698" y="0"/>
              <a:chExt cx="1872000" cy="4379495"/>
            </a:xfrm>
          </p:grpSpPr>
          <p:grpSp>
            <p:nvGrpSpPr>
              <p:cNvPr id="26" name="Group 25">
                <a:extLst>
                  <a:ext uri="{FF2B5EF4-FFF2-40B4-BE49-F238E27FC236}">
                    <a16:creationId xmlns:a16="http://schemas.microsoft.com/office/drawing/2014/main" id="{3AE6EB06-797B-485F-A2DD-ED177C516635}"/>
                  </a:ext>
                </a:extLst>
              </p:cNvPr>
              <p:cNvGrpSpPr/>
              <p:nvPr userDrawn="1"/>
            </p:nvGrpSpPr>
            <p:grpSpPr>
              <a:xfrm>
                <a:off x="-2025698" y="0"/>
                <a:ext cx="1872000" cy="4379495"/>
                <a:chOff x="-2025698" y="0"/>
                <a:chExt cx="1872000" cy="4379495"/>
              </a:xfrm>
            </p:grpSpPr>
            <p:grpSp>
              <p:nvGrpSpPr>
                <p:cNvPr id="28" name="Group 27">
                  <a:extLst>
                    <a:ext uri="{FF2B5EF4-FFF2-40B4-BE49-F238E27FC236}">
                      <a16:creationId xmlns:a16="http://schemas.microsoft.com/office/drawing/2014/main" id="{2B48A556-2CC1-405E-B7DD-8422C79FF47D}"/>
                    </a:ext>
                  </a:extLst>
                </p:cNvPr>
                <p:cNvGrpSpPr/>
                <p:nvPr/>
              </p:nvGrpSpPr>
              <p:grpSpPr>
                <a:xfrm>
                  <a:off x="-2025698" y="0"/>
                  <a:ext cx="1872000" cy="4379495"/>
                  <a:chOff x="-2025698" y="0"/>
                  <a:chExt cx="1872000" cy="4379495"/>
                </a:xfrm>
              </p:grpSpPr>
              <p:sp>
                <p:nvSpPr>
                  <p:cNvPr id="30" name="Rectangle 104">
                    <a:extLst>
                      <a:ext uri="{FF2B5EF4-FFF2-40B4-BE49-F238E27FC236}">
                        <a16:creationId xmlns:a16="http://schemas.microsoft.com/office/drawing/2014/main" id="{184BE141-3152-4EEA-8393-0EEF51DA0B79}"/>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31" name="Rectangle 113">
                    <a:extLst>
                      <a:ext uri="{FF2B5EF4-FFF2-40B4-BE49-F238E27FC236}">
                        <a16:creationId xmlns:a16="http://schemas.microsoft.com/office/drawing/2014/main" id="{CF52034F-CE32-4091-8163-CD7282C61E90}"/>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29" name="Rectangle 106">
                  <a:extLst>
                    <a:ext uri="{FF2B5EF4-FFF2-40B4-BE49-F238E27FC236}">
                      <a16:creationId xmlns:a16="http://schemas.microsoft.com/office/drawing/2014/main" id="{6E95BDBF-AC8B-42DE-9F35-62D0FB7884DB}"/>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27" name="Picture 26">
                <a:extLst>
                  <a:ext uri="{FF2B5EF4-FFF2-40B4-BE49-F238E27FC236}">
                    <a16:creationId xmlns:a16="http://schemas.microsoft.com/office/drawing/2014/main" id="{CFBD03D0-C21F-4DB5-ACE6-45B38290F54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25" name="Rectangle 24">
              <a:extLst>
                <a:ext uri="{FF2B5EF4-FFF2-40B4-BE49-F238E27FC236}">
                  <a16:creationId xmlns:a16="http://schemas.microsoft.com/office/drawing/2014/main" id="{F459B91F-8FB6-4CBF-9522-E614B9536C64}"/>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469535059"/>
      </p:ext>
    </p:extLst>
  </p:cSld>
  <p:clrMapOvr>
    <a:masterClrMapping/>
  </p:clrMapOvr>
  <p:extLst>
    <p:ext uri="{DCECCB84-F9BA-43D5-87BE-67443E8EF086}">
      <p15:sldGuideLst xmlns:p15="http://schemas.microsoft.com/office/powerpoint/2012/main">
        <p15:guide id="2" pos="2768">
          <p15:clr>
            <a:srgbClr val="FBAE40"/>
          </p15:clr>
        </p15:guide>
        <p15:guide id="3" pos="4912">
          <p15:clr>
            <a:srgbClr val="FBAE40"/>
          </p15:clr>
        </p15:guide>
        <p15:guide id="4" pos="5120">
          <p15:clr>
            <a:srgbClr val="FBAE40"/>
          </p15:clr>
        </p15:guide>
        <p15:guide id="5" orient="horz" pos="2830">
          <p15:clr>
            <a:srgbClr val="FBAE40"/>
          </p15:clr>
        </p15:guide>
        <p15:guide id="6" orient="horz" pos="2998">
          <p15:clr>
            <a:srgbClr val="FBAE40"/>
          </p15:clr>
        </p15:guide>
        <p15:guide id="7" pos="256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 split with subtitles">
    <p:bg bwMode="gray">
      <p:bgRef idx="1001">
        <a:schemeClr val="bg1"/>
      </p:bgRef>
    </p:bg>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4561"/>
            <a:ext cx="5266800" cy="1854000"/>
          </a:xfrm>
        </p:spPr>
        <p:txBody>
          <a:bodyPr/>
          <a:lstStyle>
            <a:lvl3pPr>
              <a:lnSpc>
                <a:spcPct val="93000"/>
              </a:lnSpc>
              <a:defRPr sz="2000"/>
            </a:lvl3pPr>
          </a:lstStyle>
          <a:p>
            <a:pPr lvl="1"/>
            <a:r>
              <a:rPr lang="en-GB" noProof="0"/>
              <a:t>Click </a:t>
            </a:r>
            <a:r>
              <a:rPr lang="en-GB" noProof="0" dirty="0"/>
              <a:t>to add text</a:t>
            </a:r>
          </a:p>
        </p:txBody>
      </p:sp>
      <p:sp>
        <p:nvSpPr>
          <p:cNvPr id="8" name="Content Placeholder 2"/>
          <p:cNvSpPr>
            <a:spLocks noGrp="1"/>
          </p:cNvSpPr>
          <p:nvPr>
            <p:ph idx="21" hasCustomPrompt="1"/>
          </p:nvPr>
        </p:nvSpPr>
        <p:spPr bwMode="gray">
          <a:xfrm>
            <a:off x="659008" y="4346775"/>
            <a:ext cx="5266800" cy="1854000"/>
          </a:xfrm>
        </p:spPr>
        <p:txBody>
          <a:bodyPr/>
          <a:lstStyle>
            <a:lvl3pPr>
              <a:lnSpc>
                <a:spcPct val="93000"/>
              </a:lnSpc>
              <a:defRPr sz="2000"/>
            </a:lvl3pPr>
          </a:lstStyle>
          <a:p>
            <a:pPr lvl="1"/>
            <a:r>
              <a:rPr lang="en-GB" noProof="0" dirty="0"/>
              <a:t>Click to add text</a:t>
            </a:r>
          </a:p>
        </p:txBody>
      </p:sp>
      <p:cxnSp>
        <p:nvCxnSpPr>
          <p:cNvPr id="9" name="Straight Connector 8"/>
          <p:cNvCxnSpPr/>
          <p:nvPr userDrawn="1"/>
        </p:nvCxnSpPr>
        <p:spPr bwMode="gray">
          <a:xfrm>
            <a:off x="659008" y="1682898"/>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bwMode="gray">
          <a:xfrm>
            <a:off x="659008" y="4278810"/>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idx="23" hasCustomPrompt="1"/>
          </p:nvPr>
        </p:nvSpPr>
        <p:spPr bwMode="gray">
          <a:xfrm>
            <a:off x="6267808" y="1754561"/>
            <a:ext cx="5266800" cy="1854000"/>
          </a:xfrm>
        </p:spPr>
        <p:txBody>
          <a:bodyPr/>
          <a:lstStyle>
            <a:lvl3pPr>
              <a:lnSpc>
                <a:spcPct val="93000"/>
              </a:lnSpc>
              <a:defRPr sz="2000"/>
            </a:lvl3pPr>
          </a:lstStyle>
          <a:p>
            <a:pPr lvl="1"/>
            <a:r>
              <a:rPr lang="en-GB" noProof="0" dirty="0"/>
              <a:t>Click to add text</a:t>
            </a:r>
          </a:p>
        </p:txBody>
      </p:sp>
      <p:sp>
        <p:nvSpPr>
          <p:cNvPr id="18" name="Content Placeholder 2"/>
          <p:cNvSpPr>
            <a:spLocks noGrp="1"/>
          </p:cNvSpPr>
          <p:nvPr>
            <p:ph idx="25" hasCustomPrompt="1"/>
          </p:nvPr>
        </p:nvSpPr>
        <p:spPr bwMode="gray">
          <a:xfrm>
            <a:off x="6267808" y="4346775"/>
            <a:ext cx="5266800" cy="1854000"/>
          </a:xfrm>
        </p:spPr>
        <p:txBody>
          <a:bodyPr/>
          <a:lstStyle>
            <a:lvl3pPr>
              <a:lnSpc>
                <a:spcPct val="93000"/>
              </a:lnSpc>
              <a:defRPr sz="2000"/>
            </a:lvl3pPr>
          </a:lstStyle>
          <a:p>
            <a:pPr lvl="1"/>
            <a:r>
              <a:rPr lang="en-GB" noProof="0"/>
              <a:t>Click </a:t>
            </a:r>
            <a:r>
              <a:rPr lang="en-GB" noProof="0" dirty="0"/>
              <a:t>to add text</a:t>
            </a:r>
          </a:p>
        </p:txBody>
      </p:sp>
      <p:cxnSp>
        <p:nvCxnSpPr>
          <p:cNvPr id="19" name="Straight Connector 18"/>
          <p:cNvCxnSpPr/>
          <p:nvPr userDrawn="1"/>
        </p:nvCxnSpPr>
        <p:spPr bwMode="gray">
          <a:xfrm>
            <a:off x="6267808" y="1682898"/>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bwMode="gray">
          <a:xfrm>
            <a:off x="6267808" y="4278810"/>
            <a:ext cx="52668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27"/>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B93A5B4B-0671-49BC-8204-148282CCCD85}"/>
              </a:ext>
            </a:extLst>
          </p:cNvPr>
          <p:cNvSpPr>
            <a:spLocks noGrp="1"/>
          </p:cNvSpPr>
          <p:nvPr>
            <p:ph type="ftr" sz="quarter" idx="28"/>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20FBD913-9040-4AE9-AC53-764A04CD6981}"/>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dirty="0"/>
          </a:p>
        </p:txBody>
      </p:sp>
      <p:sp>
        <p:nvSpPr>
          <p:cNvPr id="26" name="Text Placeholder 25">
            <a:extLst>
              <a:ext uri="{FF2B5EF4-FFF2-40B4-BE49-F238E27FC236}">
                <a16:creationId xmlns:a16="http://schemas.microsoft.com/office/drawing/2014/main" id="{CBE08C37-B308-4095-A1E0-4F6A9285A4B8}"/>
              </a:ext>
            </a:extLst>
          </p:cNvPr>
          <p:cNvSpPr>
            <a:spLocks noGrp="1"/>
          </p:cNvSpPr>
          <p:nvPr>
            <p:ph type="body" sz="quarter" idx="38" hasCustomPrompt="1"/>
          </p:nvPr>
        </p:nvSpPr>
        <p:spPr bwMode="auto">
          <a:xfrm>
            <a:off x="659008" y="1141199"/>
            <a:ext cx="5266800" cy="572400"/>
          </a:xfrm>
          <a:custGeom>
            <a:avLst/>
            <a:gdLst>
              <a:gd name="connsiteX0" fmla="*/ 0 w 5058000"/>
              <a:gd name="connsiteY0" fmla="*/ 0 h 572400"/>
              <a:gd name="connsiteX1" fmla="*/ 5058000 w 5058000"/>
              <a:gd name="connsiteY1" fmla="*/ 0 h 572400"/>
              <a:gd name="connsiteX2" fmla="*/ 5058000 w 5058000"/>
              <a:gd name="connsiteY2" fmla="*/ 572400 h 572400"/>
              <a:gd name="connsiteX3" fmla="*/ 0 w 5058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5058000" h="572400">
                <a:moveTo>
                  <a:pt x="0" y="0"/>
                </a:moveTo>
                <a:lnTo>
                  <a:pt x="5058000" y="0"/>
                </a:lnTo>
                <a:lnTo>
                  <a:pt x="5058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8" name="Text Placeholder 27">
            <a:extLst>
              <a:ext uri="{FF2B5EF4-FFF2-40B4-BE49-F238E27FC236}">
                <a16:creationId xmlns:a16="http://schemas.microsoft.com/office/drawing/2014/main" id="{7B6B260B-AEFF-45D7-A63C-7181FC204B9E}"/>
              </a:ext>
            </a:extLst>
          </p:cNvPr>
          <p:cNvSpPr>
            <a:spLocks noGrp="1"/>
          </p:cNvSpPr>
          <p:nvPr>
            <p:ph type="body" sz="quarter" idx="42" hasCustomPrompt="1"/>
          </p:nvPr>
        </p:nvSpPr>
        <p:spPr bwMode="auto">
          <a:xfrm>
            <a:off x="659008" y="3733413"/>
            <a:ext cx="5266800" cy="572400"/>
          </a:xfrm>
          <a:custGeom>
            <a:avLst/>
            <a:gdLst>
              <a:gd name="connsiteX0" fmla="*/ 0 w 5058000"/>
              <a:gd name="connsiteY0" fmla="*/ 0 h 324000"/>
              <a:gd name="connsiteX1" fmla="*/ 5058000 w 5058000"/>
              <a:gd name="connsiteY1" fmla="*/ 0 h 324000"/>
              <a:gd name="connsiteX2" fmla="*/ 5058000 w 5058000"/>
              <a:gd name="connsiteY2" fmla="*/ 324000 h 324000"/>
              <a:gd name="connsiteX3" fmla="*/ 0 w 5058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5058000" h="324000">
                <a:moveTo>
                  <a:pt x="0" y="0"/>
                </a:moveTo>
                <a:lnTo>
                  <a:pt x="5058000" y="0"/>
                </a:lnTo>
                <a:lnTo>
                  <a:pt x="5058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7" name="Text Placeholder 26">
            <a:extLst>
              <a:ext uri="{FF2B5EF4-FFF2-40B4-BE49-F238E27FC236}">
                <a16:creationId xmlns:a16="http://schemas.microsoft.com/office/drawing/2014/main" id="{E1ED5493-9DF4-4D9B-AA23-320F230497BF}"/>
              </a:ext>
            </a:extLst>
          </p:cNvPr>
          <p:cNvSpPr>
            <a:spLocks noGrp="1"/>
          </p:cNvSpPr>
          <p:nvPr>
            <p:ph type="body" sz="quarter" idx="43" hasCustomPrompt="1"/>
          </p:nvPr>
        </p:nvSpPr>
        <p:spPr bwMode="auto">
          <a:xfrm>
            <a:off x="6267808" y="1141199"/>
            <a:ext cx="5266800" cy="572400"/>
          </a:xfrm>
          <a:custGeom>
            <a:avLst/>
            <a:gdLst>
              <a:gd name="connsiteX0" fmla="*/ 0 w 5058000"/>
              <a:gd name="connsiteY0" fmla="*/ 0 h 572400"/>
              <a:gd name="connsiteX1" fmla="*/ 5058000 w 5058000"/>
              <a:gd name="connsiteY1" fmla="*/ 0 h 572400"/>
              <a:gd name="connsiteX2" fmla="*/ 5058000 w 5058000"/>
              <a:gd name="connsiteY2" fmla="*/ 572400 h 572400"/>
              <a:gd name="connsiteX3" fmla="*/ 0 w 5058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5058000" h="572400">
                <a:moveTo>
                  <a:pt x="0" y="0"/>
                </a:moveTo>
                <a:lnTo>
                  <a:pt x="5058000" y="0"/>
                </a:lnTo>
                <a:lnTo>
                  <a:pt x="5058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29" name="Text Placeholder 28">
            <a:extLst>
              <a:ext uri="{FF2B5EF4-FFF2-40B4-BE49-F238E27FC236}">
                <a16:creationId xmlns:a16="http://schemas.microsoft.com/office/drawing/2014/main" id="{F0CF9846-3CEC-46AC-9920-CB26942D3B06}"/>
              </a:ext>
            </a:extLst>
          </p:cNvPr>
          <p:cNvSpPr>
            <a:spLocks noGrp="1"/>
          </p:cNvSpPr>
          <p:nvPr>
            <p:ph type="body" sz="quarter" idx="44" hasCustomPrompt="1"/>
          </p:nvPr>
        </p:nvSpPr>
        <p:spPr bwMode="auto">
          <a:xfrm>
            <a:off x="6267808" y="3733413"/>
            <a:ext cx="5266800" cy="572400"/>
          </a:xfrm>
          <a:custGeom>
            <a:avLst/>
            <a:gdLst>
              <a:gd name="connsiteX0" fmla="*/ 0 w 5058000"/>
              <a:gd name="connsiteY0" fmla="*/ 0 h 324000"/>
              <a:gd name="connsiteX1" fmla="*/ 5058000 w 5058000"/>
              <a:gd name="connsiteY1" fmla="*/ 0 h 324000"/>
              <a:gd name="connsiteX2" fmla="*/ 5058000 w 5058000"/>
              <a:gd name="connsiteY2" fmla="*/ 324000 h 324000"/>
              <a:gd name="connsiteX3" fmla="*/ 0 w 5058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5058000" h="324000">
                <a:moveTo>
                  <a:pt x="0" y="0"/>
                </a:moveTo>
                <a:lnTo>
                  <a:pt x="5058000" y="0"/>
                </a:lnTo>
                <a:lnTo>
                  <a:pt x="5058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0" name="Group 29">
            <a:extLst>
              <a:ext uri="{FF2B5EF4-FFF2-40B4-BE49-F238E27FC236}">
                <a16:creationId xmlns:a16="http://schemas.microsoft.com/office/drawing/2014/main" id="{C8DD7138-7E1A-4558-BDF5-88DA9333D584}"/>
              </a:ext>
            </a:extLst>
          </p:cNvPr>
          <p:cNvGrpSpPr/>
          <p:nvPr userDrawn="1"/>
        </p:nvGrpSpPr>
        <p:grpSpPr>
          <a:xfrm>
            <a:off x="-2368598" y="0"/>
            <a:ext cx="1872000" cy="4379495"/>
            <a:chOff x="-2025698" y="0"/>
            <a:chExt cx="1872000" cy="4379495"/>
          </a:xfrm>
        </p:grpSpPr>
        <p:grpSp>
          <p:nvGrpSpPr>
            <p:cNvPr id="31" name="Group 30">
              <a:extLst>
                <a:ext uri="{FF2B5EF4-FFF2-40B4-BE49-F238E27FC236}">
                  <a16:creationId xmlns:a16="http://schemas.microsoft.com/office/drawing/2014/main" id="{EFB145EF-3494-41B7-A308-3513680B0EFC}"/>
                </a:ext>
              </a:extLst>
            </p:cNvPr>
            <p:cNvGrpSpPr/>
            <p:nvPr userDrawn="1"/>
          </p:nvGrpSpPr>
          <p:grpSpPr>
            <a:xfrm>
              <a:off x="-2025698" y="0"/>
              <a:ext cx="1872000" cy="4379495"/>
              <a:chOff x="-2025698" y="0"/>
              <a:chExt cx="1872000" cy="4379495"/>
            </a:xfrm>
          </p:grpSpPr>
          <p:grpSp>
            <p:nvGrpSpPr>
              <p:cNvPr id="33" name="Group 32">
                <a:extLst>
                  <a:ext uri="{FF2B5EF4-FFF2-40B4-BE49-F238E27FC236}">
                    <a16:creationId xmlns:a16="http://schemas.microsoft.com/office/drawing/2014/main" id="{0371EB9D-BFFF-4E5E-9B8B-758BF9945B83}"/>
                  </a:ext>
                </a:extLst>
              </p:cNvPr>
              <p:cNvGrpSpPr/>
              <p:nvPr userDrawn="1"/>
            </p:nvGrpSpPr>
            <p:grpSpPr>
              <a:xfrm>
                <a:off x="-2025698" y="0"/>
                <a:ext cx="1872000" cy="4379495"/>
                <a:chOff x="-2025698" y="0"/>
                <a:chExt cx="1872000" cy="4379495"/>
              </a:xfrm>
            </p:grpSpPr>
            <p:grpSp>
              <p:nvGrpSpPr>
                <p:cNvPr id="35" name="Group 34">
                  <a:extLst>
                    <a:ext uri="{FF2B5EF4-FFF2-40B4-BE49-F238E27FC236}">
                      <a16:creationId xmlns:a16="http://schemas.microsoft.com/office/drawing/2014/main" id="{EC5CDC9E-02CE-413A-AF0C-7DED02087354}"/>
                    </a:ext>
                  </a:extLst>
                </p:cNvPr>
                <p:cNvGrpSpPr/>
                <p:nvPr/>
              </p:nvGrpSpPr>
              <p:grpSpPr>
                <a:xfrm>
                  <a:off x="-2025698" y="0"/>
                  <a:ext cx="1872000" cy="4379495"/>
                  <a:chOff x="-2025698" y="0"/>
                  <a:chExt cx="1872000" cy="4379495"/>
                </a:xfrm>
              </p:grpSpPr>
              <p:sp>
                <p:nvSpPr>
                  <p:cNvPr id="46" name="Rectangle 104">
                    <a:extLst>
                      <a:ext uri="{FF2B5EF4-FFF2-40B4-BE49-F238E27FC236}">
                        <a16:creationId xmlns:a16="http://schemas.microsoft.com/office/drawing/2014/main" id="{F7D83AC5-ED1B-4729-A64C-7B7A765ED2F5}"/>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47" name="Rectangle 113">
                    <a:extLst>
                      <a:ext uri="{FF2B5EF4-FFF2-40B4-BE49-F238E27FC236}">
                        <a16:creationId xmlns:a16="http://schemas.microsoft.com/office/drawing/2014/main" id="{C1489E30-784E-466C-9DCB-A7C94C88642B}"/>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36" name="Rectangle 106">
                  <a:extLst>
                    <a:ext uri="{FF2B5EF4-FFF2-40B4-BE49-F238E27FC236}">
                      <a16:creationId xmlns:a16="http://schemas.microsoft.com/office/drawing/2014/main" id="{BE81ED68-F4B7-455F-84CC-E385AD4838E8}"/>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34" name="Picture 33">
                <a:extLst>
                  <a:ext uri="{FF2B5EF4-FFF2-40B4-BE49-F238E27FC236}">
                    <a16:creationId xmlns:a16="http://schemas.microsoft.com/office/drawing/2014/main" id="{CEBAAC2B-D283-4967-89EC-8CA16E2769D1}"/>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2" name="Rectangle 31">
              <a:extLst>
                <a:ext uri="{FF2B5EF4-FFF2-40B4-BE49-F238E27FC236}">
                  <a16:creationId xmlns:a16="http://schemas.microsoft.com/office/drawing/2014/main" id="{BCA8162F-F884-4C45-B0A8-906ACC7BEA03}"/>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3407903036"/>
      </p:ext>
    </p:extLst>
  </p:cSld>
  <p:clrMapOvr>
    <a:masterClrMapping/>
  </p:clrMapOvr>
  <p:extLst>
    <p:ext uri="{DCECCB84-F9BA-43D5-87BE-67443E8EF086}">
      <p15:sldGuideLst xmlns:p15="http://schemas.microsoft.com/office/powerpoint/2012/main">
        <p15:guide id="2" pos="3736">
          <p15:clr>
            <a:srgbClr val="FBAE40"/>
          </p15:clr>
        </p15:guide>
        <p15:guide id="3" pos="3944">
          <p15:clr>
            <a:srgbClr val="FBAE40"/>
          </p15:clr>
        </p15:guide>
        <p15:guide id="4" orient="horz" pos="2274">
          <p15:clr>
            <a:srgbClr val="FBAE40"/>
          </p15:clr>
        </p15:guide>
        <p15:guide id="5" orient="horz" pos="2442">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6 split with subtitles">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7278"/>
            <a:ext cx="3402000" cy="1850305"/>
          </a:xfrm>
        </p:spPr>
        <p:txBody>
          <a:bodyPr/>
          <a:lstStyle>
            <a:lvl3pPr>
              <a:lnSpc>
                <a:spcPct val="93000"/>
              </a:lnSpc>
              <a:defRPr sz="2000"/>
            </a:lvl3pPr>
          </a:lstStyle>
          <a:p>
            <a:pPr lvl="1"/>
            <a:r>
              <a:rPr lang="en-GB" noProof="0" dirty="0"/>
              <a:t>Click to add text</a:t>
            </a:r>
          </a:p>
        </p:txBody>
      </p:sp>
      <p:sp>
        <p:nvSpPr>
          <p:cNvPr id="8" name="Content Placeholder 2"/>
          <p:cNvSpPr>
            <a:spLocks noGrp="1"/>
          </p:cNvSpPr>
          <p:nvPr>
            <p:ph idx="21" hasCustomPrompt="1"/>
          </p:nvPr>
        </p:nvSpPr>
        <p:spPr bwMode="gray">
          <a:xfrm>
            <a:off x="659008" y="4346776"/>
            <a:ext cx="3402000" cy="1850400"/>
          </a:xfrm>
        </p:spPr>
        <p:txBody>
          <a:bodyPr/>
          <a:lstStyle>
            <a:lvl3pPr>
              <a:lnSpc>
                <a:spcPct val="93000"/>
              </a:lnSpc>
              <a:defRPr sz="2000"/>
            </a:lvl3pPr>
          </a:lstStyle>
          <a:p>
            <a:pPr lvl="1"/>
            <a:r>
              <a:rPr lang="en-GB" noProof="0" dirty="0"/>
              <a:t>Click to add text</a:t>
            </a:r>
          </a:p>
        </p:txBody>
      </p:sp>
      <p:cxnSp>
        <p:nvCxnSpPr>
          <p:cNvPr id="9" name="Straight Connector 8"/>
          <p:cNvCxnSpPr>
            <a:cxnSpLocks/>
          </p:cNvCxnSpPr>
          <p:nvPr userDrawn="1"/>
        </p:nvCxnSpPr>
        <p:spPr bwMode="gray">
          <a:xfrm>
            <a:off x="659008"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userDrawn="1"/>
        </p:nvCxnSpPr>
        <p:spPr bwMode="gray">
          <a:xfrm>
            <a:off x="659008"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1" name="Content Placeholder 2"/>
          <p:cNvSpPr>
            <a:spLocks noGrp="1"/>
          </p:cNvSpPr>
          <p:nvPr>
            <p:ph idx="23" hasCustomPrompt="1"/>
          </p:nvPr>
        </p:nvSpPr>
        <p:spPr bwMode="gray">
          <a:xfrm>
            <a:off x="8132608" y="1757278"/>
            <a:ext cx="3402000" cy="1850305"/>
          </a:xfrm>
        </p:spPr>
        <p:txBody>
          <a:bodyPr/>
          <a:lstStyle>
            <a:lvl3pPr>
              <a:lnSpc>
                <a:spcPct val="93000"/>
              </a:lnSpc>
              <a:defRPr sz="2000"/>
            </a:lvl3pPr>
          </a:lstStyle>
          <a:p>
            <a:pPr lvl="1"/>
            <a:r>
              <a:rPr lang="en-GB" noProof="0" dirty="0"/>
              <a:t>Click to add text</a:t>
            </a:r>
          </a:p>
        </p:txBody>
      </p:sp>
      <p:sp>
        <p:nvSpPr>
          <p:cNvPr id="43" name="Content Placeholder 2"/>
          <p:cNvSpPr>
            <a:spLocks noGrp="1"/>
          </p:cNvSpPr>
          <p:nvPr>
            <p:ph idx="25" hasCustomPrompt="1"/>
          </p:nvPr>
        </p:nvSpPr>
        <p:spPr bwMode="gray">
          <a:xfrm>
            <a:off x="8132608" y="4346776"/>
            <a:ext cx="3402000" cy="1850400"/>
          </a:xfrm>
        </p:spPr>
        <p:txBody>
          <a:bodyPr/>
          <a:lstStyle>
            <a:lvl3pPr>
              <a:lnSpc>
                <a:spcPct val="93000"/>
              </a:lnSpc>
              <a:defRPr sz="2000"/>
            </a:lvl3pPr>
          </a:lstStyle>
          <a:p>
            <a:pPr lvl="1"/>
            <a:r>
              <a:rPr lang="en-GB" noProof="0" dirty="0"/>
              <a:t>Click to add text</a:t>
            </a:r>
          </a:p>
        </p:txBody>
      </p:sp>
      <p:cxnSp>
        <p:nvCxnSpPr>
          <p:cNvPr id="44" name="Straight Connector 43"/>
          <p:cNvCxnSpPr>
            <a:cxnSpLocks/>
          </p:cNvCxnSpPr>
          <p:nvPr userDrawn="1"/>
        </p:nvCxnSpPr>
        <p:spPr bwMode="gray">
          <a:xfrm>
            <a:off x="8132608"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cxnSpLocks/>
          </p:cNvCxnSpPr>
          <p:nvPr userDrawn="1"/>
        </p:nvCxnSpPr>
        <p:spPr bwMode="gray">
          <a:xfrm>
            <a:off x="8132608"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7" name="Content Placeholder 2"/>
          <p:cNvSpPr>
            <a:spLocks noGrp="1"/>
          </p:cNvSpPr>
          <p:nvPr>
            <p:ph idx="27" hasCustomPrompt="1"/>
          </p:nvPr>
        </p:nvSpPr>
        <p:spPr bwMode="gray">
          <a:xfrm>
            <a:off x="4395000" y="1757278"/>
            <a:ext cx="3402000" cy="1850305"/>
          </a:xfrm>
        </p:spPr>
        <p:txBody>
          <a:bodyPr/>
          <a:lstStyle>
            <a:lvl3pPr>
              <a:lnSpc>
                <a:spcPct val="93000"/>
              </a:lnSpc>
              <a:defRPr sz="2000"/>
            </a:lvl3pPr>
          </a:lstStyle>
          <a:p>
            <a:pPr lvl="1"/>
            <a:r>
              <a:rPr lang="en-GB" noProof="0" dirty="0"/>
              <a:t>Click to add text</a:t>
            </a:r>
          </a:p>
        </p:txBody>
      </p:sp>
      <p:sp>
        <p:nvSpPr>
          <p:cNvPr id="49" name="Content Placeholder 2"/>
          <p:cNvSpPr>
            <a:spLocks noGrp="1"/>
          </p:cNvSpPr>
          <p:nvPr>
            <p:ph idx="29" hasCustomPrompt="1"/>
          </p:nvPr>
        </p:nvSpPr>
        <p:spPr bwMode="gray">
          <a:xfrm>
            <a:off x="4395000" y="4346776"/>
            <a:ext cx="3402000" cy="1850400"/>
          </a:xfrm>
        </p:spPr>
        <p:txBody>
          <a:bodyPr/>
          <a:lstStyle>
            <a:lvl3pPr>
              <a:lnSpc>
                <a:spcPct val="93000"/>
              </a:lnSpc>
              <a:defRPr sz="2000"/>
            </a:lvl3pPr>
          </a:lstStyle>
          <a:p>
            <a:pPr lvl="1"/>
            <a:r>
              <a:rPr lang="en-GB" noProof="0" dirty="0"/>
              <a:t>Click to add text</a:t>
            </a:r>
          </a:p>
        </p:txBody>
      </p:sp>
      <p:cxnSp>
        <p:nvCxnSpPr>
          <p:cNvPr id="50" name="Straight Connector 49"/>
          <p:cNvCxnSpPr>
            <a:cxnSpLocks/>
          </p:cNvCxnSpPr>
          <p:nvPr userDrawn="1"/>
        </p:nvCxnSpPr>
        <p:spPr bwMode="gray">
          <a:xfrm>
            <a:off x="4395000" y="1685616"/>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cxnSpLocks/>
          </p:cNvCxnSpPr>
          <p:nvPr userDrawn="1"/>
        </p:nvCxnSpPr>
        <p:spPr bwMode="gray">
          <a:xfrm>
            <a:off x="4395000" y="4278810"/>
            <a:ext cx="3402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Slide Number Placeholder 12"/>
          <p:cNvSpPr>
            <a:spLocks noGrp="1"/>
          </p:cNvSpPr>
          <p:nvPr>
            <p:ph type="sldNum" sz="quarter" idx="31"/>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7B2AE73F-F541-436A-B59E-B7BA48843A64}"/>
              </a:ext>
            </a:extLst>
          </p:cNvPr>
          <p:cNvSpPr>
            <a:spLocks noGrp="1"/>
          </p:cNvSpPr>
          <p:nvPr>
            <p:ph type="ftr" sz="quarter" idx="32"/>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F01FA91F-1347-4A68-B4E4-CB1FEB2F249B}"/>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30" name="Text Placeholder 29">
            <a:extLst>
              <a:ext uri="{FF2B5EF4-FFF2-40B4-BE49-F238E27FC236}">
                <a16:creationId xmlns:a16="http://schemas.microsoft.com/office/drawing/2014/main" id="{71AA57DF-8FA7-4F3A-9EEB-C3E87ACBC8B8}"/>
              </a:ext>
            </a:extLst>
          </p:cNvPr>
          <p:cNvSpPr>
            <a:spLocks noGrp="1"/>
          </p:cNvSpPr>
          <p:nvPr>
            <p:ph type="body" sz="quarter" idx="38" hasCustomPrompt="1"/>
          </p:nvPr>
        </p:nvSpPr>
        <p:spPr bwMode="auto">
          <a:xfrm>
            <a:off x="659008"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5" name="Text Placeholder 34">
            <a:extLst>
              <a:ext uri="{FF2B5EF4-FFF2-40B4-BE49-F238E27FC236}">
                <a16:creationId xmlns:a16="http://schemas.microsoft.com/office/drawing/2014/main" id="{E7718391-B7F7-4E37-8AFB-E3B2F541D1CE}"/>
              </a:ext>
            </a:extLst>
          </p:cNvPr>
          <p:cNvSpPr>
            <a:spLocks noGrp="1"/>
          </p:cNvSpPr>
          <p:nvPr>
            <p:ph type="body" sz="quarter" idx="42" hasCustomPrompt="1"/>
          </p:nvPr>
        </p:nvSpPr>
        <p:spPr bwMode="auto">
          <a:xfrm>
            <a:off x="659008"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1" name="Text Placeholder 30">
            <a:extLst>
              <a:ext uri="{FF2B5EF4-FFF2-40B4-BE49-F238E27FC236}">
                <a16:creationId xmlns:a16="http://schemas.microsoft.com/office/drawing/2014/main" id="{388B2075-FA24-44D3-A933-88A394B5D12A}"/>
              </a:ext>
            </a:extLst>
          </p:cNvPr>
          <p:cNvSpPr>
            <a:spLocks noGrp="1"/>
          </p:cNvSpPr>
          <p:nvPr>
            <p:ph type="body" sz="quarter" idx="43" hasCustomPrompt="1"/>
          </p:nvPr>
        </p:nvSpPr>
        <p:spPr bwMode="auto">
          <a:xfrm>
            <a:off x="4395000"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4" name="Text Placeholder 33">
            <a:extLst>
              <a:ext uri="{FF2B5EF4-FFF2-40B4-BE49-F238E27FC236}">
                <a16:creationId xmlns:a16="http://schemas.microsoft.com/office/drawing/2014/main" id="{5F8D34A5-43EB-460D-B7F1-C4498910281E}"/>
              </a:ext>
            </a:extLst>
          </p:cNvPr>
          <p:cNvSpPr>
            <a:spLocks noGrp="1"/>
          </p:cNvSpPr>
          <p:nvPr>
            <p:ph type="body" sz="quarter" idx="44" hasCustomPrompt="1"/>
          </p:nvPr>
        </p:nvSpPr>
        <p:spPr bwMode="auto">
          <a:xfrm>
            <a:off x="4395000"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2" name="Text Placeholder 31">
            <a:extLst>
              <a:ext uri="{FF2B5EF4-FFF2-40B4-BE49-F238E27FC236}">
                <a16:creationId xmlns:a16="http://schemas.microsoft.com/office/drawing/2014/main" id="{AF9A0912-E3DD-4B25-9638-CA6C2E92CA63}"/>
              </a:ext>
            </a:extLst>
          </p:cNvPr>
          <p:cNvSpPr>
            <a:spLocks noGrp="1"/>
          </p:cNvSpPr>
          <p:nvPr>
            <p:ph type="body" sz="quarter" idx="45" hasCustomPrompt="1"/>
          </p:nvPr>
        </p:nvSpPr>
        <p:spPr bwMode="auto">
          <a:xfrm>
            <a:off x="8132608" y="1141199"/>
            <a:ext cx="3402000" cy="572400"/>
          </a:xfrm>
          <a:custGeom>
            <a:avLst/>
            <a:gdLst>
              <a:gd name="connsiteX0" fmla="*/ 0 w 3265200"/>
              <a:gd name="connsiteY0" fmla="*/ 0 h 572400"/>
              <a:gd name="connsiteX1" fmla="*/ 3265200 w 3265200"/>
              <a:gd name="connsiteY1" fmla="*/ 0 h 572400"/>
              <a:gd name="connsiteX2" fmla="*/ 3265200 w 3265200"/>
              <a:gd name="connsiteY2" fmla="*/ 572400 h 572400"/>
              <a:gd name="connsiteX3" fmla="*/ 0 w 32652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3265200" h="572400">
                <a:moveTo>
                  <a:pt x="0" y="0"/>
                </a:moveTo>
                <a:lnTo>
                  <a:pt x="3265200" y="0"/>
                </a:lnTo>
                <a:lnTo>
                  <a:pt x="32652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33" name="Text Placeholder 32">
            <a:extLst>
              <a:ext uri="{FF2B5EF4-FFF2-40B4-BE49-F238E27FC236}">
                <a16:creationId xmlns:a16="http://schemas.microsoft.com/office/drawing/2014/main" id="{81546869-C142-4E9A-B49F-4C54E614E44C}"/>
              </a:ext>
            </a:extLst>
          </p:cNvPr>
          <p:cNvSpPr>
            <a:spLocks noGrp="1"/>
          </p:cNvSpPr>
          <p:nvPr>
            <p:ph type="body" sz="quarter" idx="46" hasCustomPrompt="1"/>
          </p:nvPr>
        </p:nvSpPr>
        <p:spPr bwMode="auto">
          <a:xfrm>
            <a:off x="8132608" y="3733413"/>
            <a:ext cx="3402000" cy="572400"/>
          </a:xfrm>
          <a:custGeom>
            <a:avLst/>
            <a:gdLst>
              <a:gd name="connsiteX0" fmla="*/ 0 w 3265200"/>
              <a:gd name="connsiteY0" fmla="*/ 0 h 324000"/>
              <a:gd name="connsiteX1" fmla="*/ 3265200 w 3265200"/>
              <a:gd name="connsiteY1" fmla="*/ 0 h 324000"/>
              <a:gd name="connsiteX2" fmla="*/ 3265200 w 3265200"/>
              <a:gd name="connsiteY2" fmla="*/ 324000 h 324000"/>
              <a:gd name="connsiteX3" fmla="*/ 0 w 32652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3265200" h="324000">
                <a:moveTo>
                  <a:pt x="0" y="0"/>
                </a:moveTo>
                <a:lnTo>
                  <a:pt x="3265200" y="0"/>
                </a:lnTo>
                <a:lnTo>
                  <a:pt x="32652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6" name="Group 35">
            <a:extLst>
              <a:ext uri="{FF2B5EF4-FFF2-40B4-BE49-F238E27FC236}">
                <a16:creationId xmlns:a16="http://schemas.microsoft.com/office/drawing/2014/main" id="{C5F4D262-BE74-44A8-9713-982829562E8C}"/>
              </a:ext>
            </a:extLst>
          </p:cNvPr>
          <p:cNvGrpSpPr/>
          <p:nvPr userDrawn="1"/>
        </p:nvGrpSpPr>
        <p:grpSpPr>
          <a:xfrm>
            <a:off x="-2368598" y="0"/>
            <a:ext cx="1872000" cy="4379495"/>
            <a:chOff x="-2025698" y="0"/>
            <a:chExt cx="1872000" cy="4379495"/>
          </a:xfrm>
        </p:grpSpPr>
        <p:grpSp>
          <p:nvGrpSpPr>
            <p:cNvPr id="37" name="Group 36">
              <a:extLst>
                <a:ext uri="{FF2B5EF4-FFF2-40B4-BE49-F238E27FC236}">
                  <a16:creationId xmlns:a16="http://schemas.microsoft.com/office/drawing/2014/main" id="{51FDA5C2-7453-4C2B-9537-F0AE97278AA2}"/>
                </a:ext>
              </a:extLst>
            </p:cNvPr>
            <p:cNvGrpSpPr/>
            <p:nvPr userDrawn="1"/>
          </p:nvGrpSpPr>
          <p:grpSpPr>
            <a:xfrm>
              <a:off x="-2025698" y="0"/>
              <a:ext cx="1872000" cy="4379495"/>
              <a:chOff x="-2025698" y="0"/>
              <a:chExt cx="1872000" cy="4379495"/>
            </a:xfrm>
          </p:grpSpPr>
          <p:grpSp>
            <p:nvGrpSpPr>
              <p:cNvPr id="39" name="Group 38">
                <a:extLst>
                  <a:ext uri="{FF2B5EF4-FFF2-40B4-BE49-F238E27FC236}">
                    <a16:creationId xmlns:a16="http://schemas.microsoft.com/office/drawing/2014/main" id="{71407AED-8354-4C45-BDB0-AD483AD5064D}"/>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B8624C95-4CF3-48B9-AFC1-22D9BEB93BA8}"/>
                    </a:ext>
                  </a:extLst>
                </p:cNvPr>
                <p:cNvGrpSpPr/>
                <p:nvPr/>
              </p:nvGrpSpPr>
              <p:grpSpPr>
                <a:xfrm>
                  <a:off x="-2025698" y="0"/>
                  <a:ext cx="1872000" cy="4379495"/>
                  <a:chOff x="-2025698" y="0"/>
                  <a:chExt cx="1872000" cy="4379495"/>
                </a:xfrm>
              </p:grpSpPr>
              <p:sp>
                <p:nvSpPr>
                  <p:cNvPr id="48" name="Rectangle 104">
                    <a:extLst>
                      <a:ext uri="{FF2B5EF4-FFF2-40B4-BE49-F238E27FC236}">
                        <a16:creationId xmlns:a16="http://schemas.microsoft.com/office/drawing/2014/main" id="{A74BEA27-198E-41D1-B3E2-966739BFFDB7}"/>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52" name="Rectangle 113">
                    <a:extLst>
                      <a:ext uri="{FF2B5EF4-FFF2-40B4-BE49-F238E27FC236}">
                        <a16:creationId xmlns:a16="http://schemas.microsoft.com/office/drawing/2014/main" id="{B3960D3D-80F9-48FE-8A72-3377E5079B2F}"/>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46" name="Rectangle 106">
                  <a:extLst>
                    <a:ext uri="{FF2B5EF4-FFF2-40B4-BE49-F238E27FC236}">
                      <a16:creationId xmlns:a16="http://schemas.microsoft.com/office/drawing/2014/main" id="{C6071CEB-B712-4D26-9746-BA2B76DF2325}"/>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40" name="Picture 39">
                <a:extLst>
                  <a:ext uri="{FF2B5EF4-FFF2-40B4-BE49-F238E27FC236}">
                    <a16:creationId xmlns:a16="http://schemas.microsoft.com/office/drawing/2014/main" id="{5A6FBD9F-4B7A-48B2-8826-BC4054DC6A8E}"/>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38" name="Rectangle 37">
              <a:extLst>
                <a:ext uri="{FF2B5EF4-FFF2-40B4-BE49-F238E27FC236}">
                  <a16:creationId xmlns:a16="http://schemas.microsoft.com/office/drawing/2014/main" id="{86CA13DC-E600-4A64-AC8A-4E2D36E41B55}"/>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2404768792"/>
      </p:ext>
    </p:extLst>
  </p:cSld>
  <p:clrMapOvr>
    <a:masterClrMapping/>
  </p:clrMapOvr>
  <p:extLst>
    <p:ext uri="{DCECCB84-F9BA-43D5-87BE-67443E8EF086}">
      <p15:sldGuideLst xmlns:p15="http://schemas.microsoft.com/office/powerpoint/2012/main">
        <p15:guide id="2" pos="2556">
          <p15:clr>
            <a:srgbClr val="FBAE40"/>
          </p15:clr>
        </p15:guide>
        <p15:guide id="3" pos="5120">
          <p15:clr>
            <a:srgbClr val="FBAE40"/>
          </p15:clr>
        </p15:guide>
        <p15:guide id="4" pos="2768">
          <p15:clr>
            <a:srgbClr val="FBAE40"/>
          </p15:clr>
        </p15:guide>
        <p15:guide id="5" pos="4912">
          <p15:clr>
            <a:srgbClr val="FBAE40"/>
          </p15:clr>
        </p15:guide>
        <p15:guide id="6" orient="horz" pos="2288">
          <p15:clr>
            <a:srgbClr val="FBAE40"/>
          </p15:clr>
        </p15:guide>
        <p15:guide id="7" orient="horz" pos="2344">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8 split with subtitles">
    <p:spTree>
      <p:nvGrpSpPr>
        <p:cNvPr id="1" name=""/>
        <p:cNvGrpSpPr/>
        <p:nvPr/>
      </p:nvGrpSpPr>
      <p:grpSpPr>
        <a:xfrm>
          <a:off x="0" y="0"/>
          <a:ext cx="0" cy="0"/>
          <a:chOff x="0" y="0"/>
          <a:chExt cx="0" cy="0"/>
        </a:xfrm>
      </p:grpSpPr>
      <p:sp>
        <p:nvSpPr>
          <p:cNvPr id="6" name="Content Placeholder 2"/>
          <p:cNvSpPr>
            <a:spLocks noGrp="1"/>
          </p:cNvSpPr>
          <p:nvPr>
            <p:ph idx="13" hasCustomPrompt="1"/>
          </p:nvPr>
        </p:nvSpPr>
        <p:spPr bwMode="gray">
          <a:xfrm>
            <a:off x="659008" y="1757279"/>
            <a:ext cx="2595600" cy="1850400"/>
          </a:xfrm>
        </p:spPr>
        <p:txBody>
          <a:bodyPr/>
          <a:lstStyle>
            <a:lvl3pPr>
              <a:lnSpc>
                <a:spcPct val="93000"/>
              </a:lnSpc>
              <a:defRPr sz="2000"/>
            </a:lvl3pPr>
          </a:lstStyle>
          <a:p>
            <a:pPr lvl="1"/>
            <a:r>
              <a:rPr lang="en-GB" noProof="0" dirty="0"/>
              <a:t>Click to add text</a:t>
            </a:r>
          </a:p>
        </p:txBody>
      </p:sp>
      <p:sp>
        <p:nvSpPr>
          <p:cNvPr id="8" name="Content Placeholder 2"/>
          <p:cNvSpPr>
            <a:spLocks noGrp="1"/>
          </p:cNvSpPr>
          <p:nvPr>
            <p:ph idx="21" hasCustomPrompt="1"/>
          </p:nvPr>
        </p:nvSpPr>
        <p:spPr bwMode="gray">
          <a:xfrm>
            <a:off x="659008" y="4346776"/>
            <a:ext cx="2595600" cy="1850400"/>
          </a:xfrm>
        </p:spPr>
        <p:txBody>
          <a:bodyPr/>
          <a:lstStyle>
            <a:lvl3pPr>
              <a:lnSpc>
                <a:spcPct val="93000"/>
              </a:lnSpc>
              <a:defRPr sz="2000"/>
            </a:lvl3pPr>
          </a:lstStyle>
          <a:p>
            <a:pPr lvl="1"/>
            <a:r>
              <a:rPr lang="en-GB" noProof="0" dirty="0"/>
              <a:t>Click to add text</a:t>
            </a:r>
          </a:p>
        </p:txBody>
      </p:sp>
      <p:cxnSp>
        <p:nvCxnSpPr>
          <p:cNvPr id="9" name="Straight Connector 8"/>
          <p:cNvCxnSpPr>
            <a:cxnSpLocks/>
          </p:cNvCxnSpPr>
          <p:nvPr userDrawn="1"/>
        </p:nvCxnSpPr>
        <p:spPr bwMode="gray">
          <a:xfrm>
            <a:off x="65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userDrawn="1"/>
        </p:nvCxnSpPr>
        <p:spPr bwMode="gray">
          <a:xfrm>
            <a:off x="65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4" name="Content Placeholder 2"/>
          <p:cNvSpPr>
            <a:spLocks noGrp="1"/>
          </p:cNvSpPr>
          <p:nvPr>
            <p:ph idx="25" hasCustomPrompt="1"/>
          </p:nvPr>
        </p:nvSpPr>
        <p:spPr bwMode="gray">
          <a:xfrm>
            <a:off x="3419008" y="4346776"/>
            <a:ext cx="2595600" cy="1850400"/>
          </a:xfrm>
        </p:spPr>
        <p:txBody>
          <a:bodyPr/>
          <a:lstStyle>
            <a:lvl3pPr>
              <a:lnSpc>
                <a:spcPct val="93000"/>
              </a:lnSpc>
              <a:defRPr sz="2000"/>
            </a:lvl3pPr>
          </a:lstStyle>
          <a:p>
            <a:pPr lvl="1"/>
            <a:r>
              <a:rPr lang="en-GB" noProof="0" dirty="0"/>
              <a:t>Click to add text</a:t>
            </a:r>
          </a:p>
        </p:txBody>
      </p:sp>
      <p:cxnSp>
        <p:nvCxnSpPr>
          <p:cNvPr id="55" name="Straight Connector 54"/>
          <p:cNvCxnSpPr>
            <a:cxnSpLocks/>
          </p:cNvCxnSpPr>
          <p:nvPr userDrawn="1"/>
        </p:nvCxnSpPr>
        <p:spPr bwMode="gray">
          <a:xfrm>
            <a:off x="341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cxnSpLocks/>
          </p:cNvCxnSpPr>
          <p:nvPr userDrawn="1"/>
        </p:nvCxnSpPr>
        <p:spPr bwMode="gray">
          <a:xfrm>
            <a:off x="341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8" name="Content Placeholder 2"/>
          <p:cNvSpPr>
            <a:spLocks noGrp="1"/>
          </p:cNvSpPr>
          <p:nvPr>
            <p:ph idx="27" hasCustomPrompt="1"/>
          </p:nvPr>
        </p:nvSpPr>
        <p:spPr bwMode="gray">
          <a:xfrm>
            <a:off x="6179008" y="1757279"/>
            <a:ext cx="2595600" cy="1850400"/>
          </a:xfrm>
        </p:spPr>
        <p:txBody>
          <a:bodyPr/>
          <a:lstStyle>
            <a:lvl3pPr>
              <a:lnSpc>
                <a:spcPct val="93000"/>
              </a:lnSpc>
              <a:defRPr sz="2000"/>
            </a:lvl3pPr>
          </a:lstStyle>
          <a:p>
            <a:pPr lvl="1"/>
            <a:r>
              <a:rPr lang="en-GB" noProof="0" dirty="0"/>
              <a:t>Click to add text</a:t>
            </a:r>
          </a:p>
        </p:txBody>
      </p:sp>
      <p:sp>
        <p:nvSpPr>
          <p:cNvPr id="60" name="Content Placeholder 2"/>
          <p:cNvSpPr>
            <a:spLocks noGrp="1"/>
          </p:cNvSpPr>
          <p:nvPr>
            <p:ph idx="29" hasCustomPrompt="1"/>
          </p:nvPr>
        </p:nvSpPr>
        <p:spPr bwMode="gray">
          <a:xfrm>
            <a:off x="6179008" y="4346776"/>
            <a:ext cx="2595600" cy="1850400"/>
          </a:xfrm>
        </p:spPr>
        <p:txBody>
          <a:bodyPr/>
          <a:lstStyle>
            <a:lvl3pPr>
              <a:lnSpc>
                <a:spcPct val="93000"/>
              </a:lnSpc>
              <a:defRPr sz="2000"/>
            </a:lvl3pPr>
          </a:lstStyle>
          <a:p>
            <a:pPr lvl="1"/>
            <a:r>
              <a:rPr lang="en-GB" noProof="0" dirty="0"/>
              <a:t>Click to add text</a:t>
            </a:r>
          </a:p>
        </p:txBody>
      </p:sp>
      <p:cxnSp>
        <p:nvCxnSpPr>
          <p:cNvPr id="61" name="Straight Connector 60"/>
          <p:cNvCxnSpPr>
            <a:cxnSpLocks/>
          </p:cNvCxnSpPr>
          <p:nvPr userDrawn="1"/>
        </p:nvCxnSpPr>
        <p:spPr bwMode="gray">
          <a:xfrm>
            <a:off x="617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cxnSpLocks/>
          </p:cNvCxnSpPr>
          <p:nvPr userDrawn="1"/>
        </p:nvCxnSpPr>
        <p:spPr bwMode="gray">
          <a:xfrm>
            <a:off x="617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64" name="Content Placeholder 2"/>
          <p:cNvSpPr>
            <a:spLocks noGrp="1"/>
          </p:cNvSpPr>
          <p:nvPr>
            <p:ph idx="31" hasCustomPrompt="1"/>
          </p:nvPr>
        </p:nvSpPr>
        <p:spPr bwMode="gray">
          <a:xfrm>
            <a:off x="8939008" y="1757279"/>
            <a:ext cx="2595600" cy="1850400"/>
          </a:xfrm>
        </p:spPr>
        <p:txBody>
          <a:bodyPr/>
          <a:lstStyle>
            <a:lvl3pPr>
              <a:lnSpc>
                <a:spcPct val="93000"/>
              </a:lnSpc>
              <a:defRPr sz="2000"/>
            </a:lvl3pPr>
          </a:lstStyle>
          <a:p>
            <a:pPr lvl="1"/>
            <a:r>
              <a:rPr lang="en-GB" noProof="0" dirty="0"/>
              <a:t>Click to add text</a:t>
            </a:r>
          </a:p>
        </p:txBody>
      </p:sp>
      <p:sp>
        <p:nvSpPr>
          <p:cNvPr id="66" name="Content Placeholder 2"/>
          <p:cNvSpPr>
            <a:spLocks noGrp="1"/>
          </p:cNvSpPr>
          <p:nvPr>
            <p:ph idx="33" hasCustomPrompt="1"/>
          </p:nvPr>
        </p:nvSpPr>
        <p:spPr bwMode="gray">
          <a:xfrm>
            <a:off x="8939008" y="4346776"/>
            <a:ext cx="2595600" cy="1850400"/>
          </a:xfrm>
        </p:spPr>
        <p:txBody>
          <a:bodyPr/>
          <a:lstStyle>
            <a:lvl3pPr>
              <a:lnSpc>
                <a:spcPct val="93000"/>
              </a:lnSpc>
              <a:defRPr sz="2000"/>
            </a:lvl3pPr>
          </a:lstStyle>
          <a:p>
            <a:pPr lvl="1"/>
            <a:r>
              <a:rPr lang="en-GB" noProof="0" dirty="0"/>
              <a:t>Click to add text</a:t>
            </a:r>
          </a:p>
        </p:txBody>
      </p:sp>
      <p:cxnSp>
        <p:nvCxnSpPr>
          <p:cNvPr id="67" name="Straight Connector 66"/>
          <p:cNvCxnSpPr>
            <a:cxnSpLocks/>
          </p:cNvCxnSpPr>
          <p:nvPr userDrawn="1"/>
        </p:nvCxnSpPr>
        <p:spPr bwMode="gray">
          <a:xfrm>
            <a:off x="8939008" y="1685616"/>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a:cxnSpLocks/>
          </p:cNvCxnSpPr>
          <p:nvPr userDrawn="1"/>
        </p:nvCxnSpPr>
        <p:spPr bwMode="gray">
          <a:xfrm>
            <a:off x="8939008" y="4278810"/>
            <a:ext cx="25956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Slide Number Placeholder 11"/>
          <p:cNvSpPr>
            <a:spLocks noGrp="1"/>
          </p:cNvSpPr>
          <p:nvPr>
            <p:ph type="sldNum" sz="quarter" idx="35"/>
          </p:nvPr>
        </p:nvSpPr>
        <p:spPr/>
        <p:txBody>
          <a:bodyPr/>
          <a:lstStyle/>
          <a:p>
            <a:fld id="{DDD2A080-DA64-4F5C-9131-47EB793B4410}" type="slidenum">
              <a:rPr lang="en-GB" noProof="0" smtClean="0"/>
              <a:pPr/>
              <a:t>‹#›</a:t>
            </a:fld>
            <a:endParaRPr lang="en-GB" noProof="0" dirty="0"/>
          </a:p>
        </p:txBody>
      </p:sp>
      <p:sp>
        <p:nvSpPr>
          <p:cNvPr id="3" name="Footer Placeholder 2">
            <a:extLst>
              <a:ext uri="{FF2B5EF4-FFF2-40B4-BE49-F238E27FC236}">
                <a16:creationId xmlns:a16="http://schemas.microsoft.com/office/drawing/2014/main" id="{1B454FB8-4E07-44C0-BE34-38DF9804AF97}"/>
              </a:ext>
            </a:extLst>
          </p:cNvPr>
          <p:cNvSpPr>
            <a:spLocks noGrp="1"/>
          </p:cNvSpPr>
          <p:nvPr>
            <p:ph type="ftr" sz="quarter" idx="36"/>
          </p:nvPr>
        </p:nvSpPr>
        <p:spPr/>
        <p:txBody>
          <a:bodyPr/>
          <a:lstStyle>
            <a:lvl1pPr>
              <a:defRPr/>
            </a:lvl1pPr>
          </a:lstStyle>
          <a:p>
            <a:endParaRPr lang="en-GB" noProof="0"/>
          </a:p>
        </p:txBody>
      </p:sp>
      <p:sp>
        <p:nvSpPr>
          <p:cNvPr id="11" name="Title 10">
            <a:extLst>
              <a:ext uri="{FF2B5EF4-FFF2-40B4-BE49-F238E27FC236}">
                <a16:creationId xmlns:a16="http://schemas.microsoft.com/office/drawing/2014/main" id="{4D232792-6D79-4486-8E98-62F78FA268D5}"/>
              </a:ext>
            </a:extLst>
          </p:cNvPr>
          <p:cNvSpPr>
            <a:spLocks noGrp="1"/>
          </p:cNvSpPr>
          <p:nvPr>
            <p:ph type="title"/>
          </p:nvPr>
        </p:nvSpPr>
        <p:spPr>
          <a:xfrm>
            <a:off x="659008" y="325235"/>
            <a:ext cx="10875600" cy="817244"/>
          </a:xfrm>
        </p:spPr>
        <p:txBody>
          <a:bodyPr/>
          <a:lstStyle/>
          <a:p>
            <a:r>
              <a:rPr lang="en-US" noProof="0"/>
              <a:t>Click to edit Master title style</a:t>
            </a:r>
            <a:endParaRPr lang="en-GB" noProof="0"/>
          </a:p>
        </p:txBody>
      </p:sp>
      <p:sp>
        <p:nvSpPr>
          <p:cNvPr id="30" name="Content Placeholder 2">
            <a:extLst>
              <a:ext uri="{FF2B5EF4-FFF2-40B4-BE49-F238E27FC236}">
                <a16:creationId xmlns:a16="http://schemas.microsoft.com/office/drawing/2014/main" id="{FA008AD3-EEEE-4C37-9E2F-0052AAA9F58E}"/>
              </a:ext>
            </a:extLst>
          </p:cNvPr>
          <p:cNvSpPr>
            <a:spLocks noGrp="1"/>
          </p:cNvSpPr>
          <p:nvPr>
            <p:ph idx="37" hasCustomPrompt="1"/>
          </p:nvPr>
        </p:nvSpPr>
        <p:spPr bwMode="gray">
          <a:xfrm>
            <a:off x="3419008" y="1757279"/>
            <a:ext cx="2595600" cy="1850400"/>
          </a:xfrm>
        </p:spPr>
        <p:txBody>
          <a:bodyPr/>
          <a:lstStyle>
            <a:lvl3pPr>
              <a:lnSpc>
                <a:spcPct val="93000"/>
              </a:lnSpc>
              <a:defRPr sz="2000"/>
            </a:lvl3pPr>
          </a:lstStyle>
          <a:p>
            <a:pPr lvl="1"/>
            <a:r>
              <a:rPr lang="en-GB" noProof="0"/>
              <a:t>Click to </a:t>
            </a:r>
            <a:r>
              <a:rPr lang="en-GB" noProof="0" dirty="0"/>
              <a:t>add text</a:t>
            </a:r>
          </a:p>
        </p:txBody>
      </p:sp>
      <p:sp>
        <p:nvSpPr>
          <p:cNvPr id="41" name="Text Placeholder 40">
            <a:extLst>
              <a:ext uri="{FF2B5EF4-FFF2-40B4-BE49-F238E27FC236}">
                <a16:creationId xmlns:a16="http://schemas.microsoft.com/office/drawing/2014/main" id="{2374A518-3CFE-403E-8757-65866F7F06F4}"/>
              </a:ext>
            </a:extLst>
          </p:cNvPr>
          <p:cNvSpPr>
            <a:spLocks noGrp="1"/>
          </p:cNvSpPr>
          <p:nvPr>
            <p:ph type="body" sz="quarter" idx="38" hasCustomPrompt="1"/>
          </p:nvPr>
        </p:nvSpPr>
        <p:spPr bwMode="auto">
          <a:xfrm>
            <a:off x="65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3" name="Text Placeholder 42">
            <a:extLst>
              <a:ext uri="{FF2B5EF4-FFF2-40B4-BE49-F238E27FC236}">
                <a16:creationId xmlns:a16="http://schemas.microsoft.com/office/drawing/2014/main" id="{E2D6F2AC-3548-4A63-AD15-AC2461290B66}"/>
              </a:ext>
            </a:extLst>
          </p:cNvPr>
          <p:cNvSpPr>
            <a:spLocks noGrp="1"/>
          </p:cNvSpPr>
          <p:nvPr>
            <p:ph type="body" sz="quarter" idx="39" hasCustomPrompt="1"/>
          </p:nvPr>
        </p:nvSpPr>
        <p:spPr bwMode="auto">
          <a:xfrm>
            <a:off x="341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4" name="Text Placeholder 43">
            <a:extLst>
              <a:ext uri="{FF2B5EF4-FFF2-40B4-BE49-F238E27FC236}">
                <a16:creationId xmlns:a16="http://schemas.microsoft.com/office/drawing/2014/main" id="{DB547CC5-46DB-4BAF-B4F1-7DDE8AD9140D}"/>
              </a:ext>
            </a:extLst>
          </p:cNvPr>
          <p:cNvSpPr>
            <a:spLocks noGrp="1"/>
          </p:cNvSpPr>
          <p:nvPr>
            <p:ph type="body" sz="quarter" idx="40" hasCustomPrompt="1"/>
          </p:nvPr>
        </p:nvSpPr>
        <p:spPr bwMode="auto">
          <a:xfrm>
            <a:off x="617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5" name="Text Placeholder 44">
            <a:extLst>
              <a:ext uri="{FF2B5EF4-FFF2-40B4-BE49-F238E27FC236}">
                <a16:creationId xmlns:a16="http://schemas.microsoft.com/office/drawing/2014/main" id="{E346AFA3-0D72-4528-82A5-83901F39792B}"/>
              </a:ext>
            </a:extLst>
          </p:cNvPr>
          <p:cNvSpPr>
            <a:spLocks noGrp="1"/>
          </p:cNvSpPr>
          <p:nvPr>
            <p:ph type="body" sz="quarter" idx="41" hasCustomPrompt="1"/>
          </p:nvPr>
        </p:nvSpPr>
        <p:spPr bwMode="auto">
          <a:xfrm>
            <a:off x="8939008" y="1141199"/>
            <a:ext cx="2595600" cy="572400"/>
          </a:xfrm>
          <a:custGeom>
            <a:avLst/>
            <a:gdLst>
              <a:gd name="connsiteX0" fmla="*/ 0 w 2556000"/>
              <a:gd name="connsiteY0" fmla="*/ 0 h 572400"/>
              <a:gd name="connsiteX1" fmla="*/ 2556000 w 2556000"/>
              <a:gd name="connsiteY1" fmla="*/ 0 h 572400"/>
              <a:gd name="connsiteX2" fmla="*/ 2556000 w 2556000"/>
              <a:gd name="connsiteY2" fmla="*/ 572400 h 572400"/>
              <a:gd name="connsiteX3" fmla="*/ 0 w 2556000"/>
              <a:gd name="connsiteY3" fmla="*/ 572400 h 572400"/>
            </a:gdLst>
            <a:ahLst/>
            <a:cxnLst>
              <a:cxn ang="0">
                <a:pos x="connsiteX0" y="connsiteY0"/>
              </a:cxn>
              <a:cxn ang="0">
                <a:pos x="connsiteX1" y="connsiteY1"/>
              </a:cxn>
              <a:cxn ang="0">
                <a:pos x="connsiteX2" y="connsiteY2"/>
              </a:cxn>
              <a:cxn ang="0">
                <a:pos x="connsiteX3" y="connsiteY3"/>
              </a:cxn>
            </a:cxnLst>
            <a:rect l="l" t="t" r="r" b="b"/>
            <a:pathLst>
              <a:path w="2556000" h="572400">
                <a:moveTo>
                  <a:pt x="0" y="0"/>
                </a:moveTo>
                <a:lnTo>
                  <a:pt x="2556000" y="0"/>
                </a:lnTo>
                <a:lnTo>
                  <a:pt x="2556000" y="572400"/>
                </a:lnTo>
                <a:lnTo>
                  <a:pt x="0" y="5724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9" name="Text Placeholder 48">
            <a:extLst>
              <a:ext uri="{FF2B5EF4-FFF2-40B4-BE49-F238E27FC236}">
                <a16:creationId xmlns:a16="http://schemas.microsoft.com/office/drawing/2014/main" id="{1BC9C923-5254-4E6C-A703-623F5EBB1A16}"/>
              </a:ext>
            </a:extLst>
          </p:cNvPr>
          <p:cNvSpPr>
            <a:spLocks noGrp="1"/>
          </p:cNvSpPr>
          <p:nvPr>
            <p:ph type="body" sz="quarter" idx="42" hasCustomPrompt="1"/>
          </p:nvPr>
        </p:nvSpPr>
        <p:spPr bwMode="auto">
          <a:xfrm>
            <a:off x="65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8" name="Text Placeholder 47">
            <a:extLst>
              <a:ext uri="{FF2B5EF4-FFF2-40B4-BE49-F238E27FC236}">
                <a16:creationId xmlns:a16="http://schemas.microsoft.com/office/drawing/2014/main" id="{7A80E218-FD84-4C94-9AAD-0814DF1E6B86}"/>
              </a:ext>
            </a:extLst>
          </p:cNvPr>
          <p:cNvSpPr>
            <a:spLocks noGrp="1"/>
          </p:cNvSpPr>
          <p:nvPr>
            <p:ph type="body" sz="quarter" idx="43" hasCustomPrompt="1"/>
          </p:nvPr>
        </p:nvSpPr>
        <p:spPr bwMode="auto">
          <a:xfrm>
            <a:off x="341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7" name="Text Placeholder 46">
            <a:extLst>
              <a:ext uri="{FF2B5EF4-FFF2-40B4-BE49-F238E27FC236}">
                <a16:creationId xmlns:a16="http://schemas.microsoft.com/office/drawing/2014/main" id="{DFFA4740-F4FF-4619-A019-BC18E73B82E8}"/>
              </a:ext>
            </a:extLst>
          </p:cNvPr>
          <p:cNvSpPr>
            <a:spLocks noGrp="1"/>
          </p:cNvSpPr>
          <p:nvPr>
            <p:ph type="body" sz="quarter" idx="44" hasCustomPrompt="1"/>
          </p:nvPr>
        </p:nvSpPr>
        <p:spPr bwMode="auto">
          <a:xfrm>
            <a:off x="617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sp>
        <p:nvSpPr>
          <p:cNvPr id="46" name="Text Placeholder 45">
            <a:extLst>
              <a:ext uri="{FF2B5EF4-FFF2-40B4-BE49-F238E27FC236}">
                <a16:creationId xmlns:a16="http://schemas.microsoft.com/office/drawing/2014/main" id="{84C6BB93-BD28-40A3-83C8-D7ADD09F55AA}"/>
              </a:ext>
            </a:extLst>
          </p:cNvPr>
          <p:cNvSpPr>
            <a:spLocks noGrp="1"/>
          </p:cNvSpPr>
          <p:nvPr>
            <p:ph type="body" sz="quarter" idx="45" hasCustomPrompt="1"/>
          </p:nvPr>
        </p:nvSpPr>
        <p:spPr bwMode="auto">
          <a:xfrm>
            <a:off x="8939008" y="3733413"/>
            <a:ext cx="2595600" cy="572400"/>
          </a:xfrm>
          <a:custGeom>
            <a:avLst/>
            <a:gdLst>
              <a:gd name="connsiteX0" fmla="*/ 0 w 2556000"/>
              <a:gd name="connsiteY0" fmla="*/ 0 h 324000"/>
              <a:gd name="connsiteX1" fmla="*/ 2556000 w 2556000"/>
              <a:gd name="connsiteY1" fmla="*/ 0 h 324000"/>
              <a:gd name="connsiteX2" fmla="*/ 2556000 w 2556000"/>
              <a:gd name="connsiteY2" fmla="*/ 324000 h 324000"/>
              <a:gd name="connsiteX3" fmla="*/ 0 w 2556000"/>
              <a:gd name="connsiteY3" fmla="*/ 324000 h 324000"/>
            </a:gdLst>
            <a:ahLst/>
            <a:cxnLst>
              <a:cxn ang="0">
                <a:pos x="connsiteX0" y="connsiteY0"/>
              </a:cxn>
              <a:cxn ang="0">
                <a:pos x="connsiteX1" y="connsiteY1"/>
              </a:cxn>
              <a:cxn ang="0">
                <a:pos x="connsiteX2" y="connsiteY2"/>
              </a:cxn>
              <a:cxn ang="0">
                <a:pos x="connsiteX3" y="connsiteY3"/>
              </a:cxn>
            </a:cxnLst>
            <a:rect l="l" t="t" r="r" b="b"/>
            <a:pathLst>
              <a:path w="2556000" h="324000">
                <a:moveTo>
                  <a:pt x="0" y="0"/>
                </a:moveTo>
                <a:lnTo>
                  <a:pt x="2556000" y="0"/>
                </a:lnTo>
                <a:lnTo>
                  <a:pt x="2556000" y="324000"/>
                </a:lnTo>
                <a:lnTo>
                  <a:pt x="0" y="324000"/>
                </a:lnTo>
                <a:close/>
              </a:path>
            </a:pathLst>
          </a:custGeom>
        </p:spPr>
        <p:txBody>
          <a:bodyPr wrap="square">
            <a:noAutofit/>
          </a:bodyPr>
          <a:lstStyle>
            <a:lvl1pPr>
              <a:lnSpc>
                <a:spcPct val="93000"/>
              </a:lnSpc>
              <a:defRPr b="1"/>
            </a:lvl1pPr>
          </a:lstStyle>
          <a:p>
            <a:pPr lvl="0"/>
            <a:r>
              <a:rPr lang="en-US" dirty="0"/>
              <a:t>Click to add subtitle</a:t>
            </a:r>
            <a:endParaRPr lang="en-GB" dirty="0"/>
          </a:p>
        </p:txBody>
      </p:sp>
      <p:grpSp>
        <p:nvGrpSpPr>
          <p:cNvPr id="38" name="Group 37">
            <a:extLst>
              <a:ext uri="{FF2B5EF4-FFF2-40B4-BE49-F238E27FC236}">
                <a16:creationId xmlns:a16="http://schemas.microsoft.com/office/drawing/2014/main" id="{8728A0B4-557E-498B-ADDB-F867DB330A2A}"/>
              </a:ext>
            </a:extLst>
          </p:cNvPr>
          <p:cNvGrpSpPr/>
          <p:nvPr userDrawn="1"/>
        </p:nvGrpSpPr>
        <p:grpSpPr>
          <a:xfrm>
            <a:off x="-2368598" y="0"/>
            <a:ext cx="1872000" cy="4379495"/>
            <a:chOff x="-2025698" y="0"/>
            <a:chExt cx="1872000" cy="4379495"/>
          </a:xfrm>
        </p:grpSpPr>
        <p:grpSp>
          <p:nvGrpSpPr>
            <p:cNvPr id="39" name="Group 38">
              <a:extLst>
                <a:ext uri="{FF2B5EF4-FFF2-40B4-BE49-F238E27FC236}">
                  <a16:creationId xmlns:a16="http://schemas.microsoft.com/office/drawing/2014/main" id="{2A193CEB-0FDA-42A3-A9E1-E4E4E2A680C6}"/>
                </a:ext>
              </a:extLst>
            </p:cNvPr>
            <p:cNvGrpSpPr/>
            <p:nvPr userDrawn="1"/>
          </p:nvGrpSpPr>
          <p:grpSpPr>
            <a:xfrm>
              <a:off x="-2025698" y="0"/>
              <a:ext cx="1872000" cy="4379495"/>
              <a:chOff x="-2025698" y="0"/>
              <a:chExt cx="1872000" cy="4379495"/>
            </a:xfrm>
          </p:grpSpPr>
          <p:grpSp>
            <p:nvGrpSpPr>
              <p:cNvPr id="42" name="Group 41">
                <a:extLst>
                  <a:ext uri="{FF2B5EF4-FFF2-40B4-BE49-F238E27FC236}">
                    <a16:creationId xmlns:a16="http://schemas.microsoft.com/office/drawing/2014/main" id="{8E5E1E6D-FA2D-4A01-8EB2-CC9CC0C8B7CC}"/>
                  </a:ext>
                </a:extLst>
              </p:cNvPr>
              <p:cNvGrpSpPr/>
              <p:nvPr userDrawn="1"/>
            </p:nvGrpSpPr>
            <p:grpSpPr>
              <a:xfrm>
                <a:off x="-2025698" y="0"/>
                <a:ext cx="1872000" cy="4379495"/>
                <a:chOff x="-2025698" y="0"/>
                <a:chExt cx="1872000" cy="4379495"/>
              </a:xfrm>
            </p:grpSpPr>
            <p:grpSp>
              <p:nvGrpSpPr>
                <p:cNvPr id="51" name="Group 50">
                  <a:extLst>
                    <a:ext uri="{FF2B5EF4-FFF2-40B4-BE49-F238E27FC236}">
                      <a16:creationId xmlns:a16="http://schemas.microsoft.com/office/drawing/2014/main" id="{58BAAC05-8869-4094-A464-1F959E554D30}"/>
                    </a:ext>
                  </a:extLst>
                </p:cNvPr>
                <p:cNvGrpSpPr/>
                <p:nvPr/>
              </p:nvGrpSpPr>
              <p:grpSpPr>
                <a:xfrm>
                  <a:off x="-2025698" y="0"/>
                  <a:ext cx="1872000" cy="4379495"/>
                  <a:chOff x="-2025698" y="0"/>
                  <a:chExt cx="1872000" cy="4379495"/>
                </a:xfrm>
              </p:grpSpPr>
              <p:sp>
                <p:nvSpPr>
                  <p:cNvPr id="53" name="Rectangle 104">
                    <a:extLst>
                      <a:ext uri="{FF2B5EF4-FFF2-40B4-BE49-F238E27FC236}">
                        <a16:creationId xmlns:a16="http://schemas.microsoft.com/office/drawing/2014/main" id="{1F0E644D-7A3F-4867-A0C8-2CF313ADD234}"/>
                      </a:ext>
                    </a:extLst>
                  </p:cNvPr>
                  <p:cNvSpPr>
                    <a:spLocks noChangeArrowheads="1"/>
                  </p:cNvSpPr>
                  <p:nvPr/>
                </p:nvSpPr>
                <p:spPr bwMode="gray">
                  <a:xfrm>
                    <a:off x="-2025698" y="0"/>
                    <a:ext cx="1872000" cy="4379495"/>
                  </a:xfrm>
                  <a:prstGeom prst="rect">
                    <a:avLst/>
                  </a:prstGeom>
                  <a:solidFill>
                    <a:srgbClr val="EAEAEA"/>
                  </a:solidFill>
                  <a:ln>
                    <a:noFill/>
                  </a:ln>
                  <a:effectLst/>
                </p:spPr>
                <p:txBody>
                  <a:bodyPr wrap="square" lIns="180000" tIns="180000" rIns="180000" bIns="180000" anchor="ctr">
                    <a:noAutofit/>
                  </a:bodyPr>
                  <a:lstStyle/>
                  <a:p>
                    <a:endParaRPr lang="en-GB" sz="1000" dirty="0"/>
                  </a:p>
                </p:txBody>
              </p:sp>
              <p:sp>
                <p:nvSpPr>
                  <p:cNvPr id="57" name="Rectangle 113">
                    <a:extLst>
                      <a:ext uri="{FF2B5EF4-FFF2-40B4-BE49-F238E27FC236}">
                        <a16:creationId xmlns:a16="http://schemas.microsoft.com/office/drawing/2014/main" id="{E1686A34-76A5-4CC4-A2EF-E6864C984F7D}"/>
                      </a:ext>
                    </a:extLst>
                  </p:cNvPr>
                  <p:cNvSpPr>
                    <a:spLocks noChangeArrowheads="1"/>
                  </p:cNvSpPr>
                  <p:nvPr userDrawn="1"/>
                </p:nvSpPr>
                <p:spPr bwMode="gray">
                  <a:xfrm>
                    <a:off x="-1893936" y="166884"/>
                    <a:ext cx="1692000" cy="165100"/>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ct val="90000"/>
                      </a:lnSpc>
                      <a:spcBef>
                        <a:spcPct val="20000"/>
                      </a:spcBef>
                      <a:spcAft>
                        <a:spcPct val="20000"/>
                      </a:spcAft>
                    </a:pPr>
                    <a:r>
                      <a:rPr lang="en-GB" altLang="en-US" sz="1200" b="1" dirty="0">
                        <a:solidFill>
                          <a:srgbClr val="333333"/>
                        </a:solidFill>
                      </a:rPr>
                      <a:t>Creating </a:t>
                    </a:r>
                    <a:br>
                      <a:rPr lang="en-GB" altLang="en-US" sz="1200" b="1" dirty="0">
                        <a:solidFill>
                          <a:srgbClr val="333333"/>
                        </a:solidFill>
                      </a:rPr>
                    </a:br>
                    <a:r>
                      <a:rPr lang="en-GB" altLang="en-US" sz="1200" b="1" dirty="0">
                        <a:solidFill>
                          <a:srgbClr val="333333"/>
                        </a:solidFill>
                      </a:rPr>
                      <a:t>on-brand graphs</a:t>
                    </a:r>
                  </a:p>
                </p:txBody>
              </p:sp>
            </p:grpSp>
            <p:sp>
              <p:nvSpPr>
                <p:cNvPr id="52" name="Rectangle 106">
                  <a:extLst>
                    <a:ext uri="{FF2B5EF4-FFF2-40B4-BE49-F238E27FC236}">
                      <a16:creationId xmlns:a16="http://schemas.microsoft.com/office/drawing/2014/main" id="{58D81DBC-E094-4C29-832D-AFBD8FF1EC2C}"/>
                    </a:ext>
                  </a:extLst>
                </p:cNvPr>
                <p:cNvSpPr>
                  <a:spLocks noChangeArrowheads="1"/>
                </p:cNvSpPr>
                <p:nvPr/>
              </p:nvSpPr>
              <p:spPr bwMode="gray">
                <a:xfrm>
                  <a:off x="-1893936" y="671500"/>
                  <a:ext cx="1658513" cy="3123466"/>
                </a:xfrm>
                <a:prstGeom prst="rect">
                  <a:avLst/>
                </a:prstGeom>
                <a:noFill/>
                <a:ln>
                  <a:noFill/>
                </a:ln>
                <a:effectLst/>
                <a:extLst>
                  <a:ext uri="{909E8E84-426E-40DD-AFC4-6F175D3DCCD1}">
                    <a14:hiddenFill xmlns:a14="http://schemas.microsoft.com/office/drawing/2010/main">
                      <a:solidFill>
                        <a:srgbClr val="C8DCF0"/>
                      </a:solidFill>
                    </a14:hiddenFill>
                  </a:ext>
                  <a:ext uri="{91240B29-F687-4F45-9708-019B960494DF}">
                    <a14:hiddenLine xmlns:a14="http://schemas.microsoft.com/office/drawing/2010/main" w="9525" algn="ctr">
                      <a:solidFill>
                        <a:srgbClr val="0000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spcBef>
                      <a:spcPct val="20000"/>
                    </a:spcBef>
                    <a:spcAft>
                      <a:spcPct val="20000"/>
                    </a:spcAft>
                  </a:pPr>
                  <a:r>
                    <a:rPr lang="en-US" altLang="en-US" sz="1000" b="0" dirty="0"/>
                    <a:t>Create your own graphs much easier and on brand by using graph templates.</a:t>
                  </a:r>
                  <a:br>
                    <a:rPr lang="en-US" altLang="en-US" sz="1000" b="0" dirty="0"/>
                  </a:br>
                  <a:br>
                    <a:rPr lang="en-US" altLang="en-US" sz="1000" b="0" dirty="0"/>
                  </a:br>
                  <a:r>
                    <a:rPr lang="en-US" altLang="en-US" sz="1000" b="0" dirty="0"/>
                    <a:t>After you click on the graph icon on your </a:t>
                  </a:r>
                  <a:r>
                    <a:rPr lang="en-US" altLang="en-US" sz="1000" b="0"/>
                    <a:t>template slide, </a:t>
                  </a: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br>
                    <a:rPr lang="en-US" altLang="en-US" sz="1000" b="0" dirty="0"/>
                  </a:br>
                  <a:r>
                    <a:rPr lang="en-US" altLang="en-US" sz="1000" b="0" dirty="0"/>
                    <a:t>click on ‘Templates’ in the dialogue window that appears. There you can choose a graph template to create an on-brand graph.</a:t>
                  </a:r>
                </a:p>
              </p:txBody>
            </p:sp>
          </p:grpSp>
          <p:pic>
            <p:nvPicPr>
              <p:cNvPr id="50" name="Picture 49">
                <a:extLst>
                  <a:ext uri="{FF2B5EF4-FFF2-40B4-BE49-F238E27FC236}">
                    <a16:creationId xmlns:a16="http://schemas.microsoft.com/office/drawing/2014/main" id="{B339027D-2FD5-4DF5-8913-0CB7A9659795}"/>
                  </a:ext>
                </a:extLst>
              </p:cNvPr>
              <p:cNvPicPr>
                <a:picLocks noChangeAspect="1"/>
              </p:cNvPicPr>
              <p:nvPr userDrawn="1"/>
            </p:nvPicPr>
            <p:blipFill>
              <a:blip r:embed="rId2"/>
              <a:srcRect/>
              <a:stretch/>
            </p:blipFill>
            <p:spPr>
              <a:xfrm>
                <a:off x="-1893936" y="1754883"/>
                <a:ext cx="1046211" cy="788945"/>
              </a:xfrm>
              <a:prstGeom prst="rect">
                <a:avLst/>
              </a:prstGeom>
            </p:spPr>
          </p:pic>
        </p:grpSp>
        <p:sp>
          <p:nvSpPr>
            <p:cNvPr id="40" name="Rectangle 39">
              <a:extLst>
                <a:ext uri="{FF2B5EF4-FFF2-40B4-BE49-F238E27FC236}">
                  <a16:creationId xmlns:a16="http://schemas.microsoft.com/office/drawing/2014/main" id="{53AFB8FD-7646-4B94-A086-59CFA47F6B4E}"/>
                </a:ext>
              </a:extLst>
            </p:cNvPr>
            <p:cNvSpPr/>
            <p:nvPr userDrawn="1"/>
          </p:nvSpPr>
          <p:spPr>
            <a:xfrm>
              <a:off x="-1526400" y="1821459"/>
              <a:ext cx="302400" cy="297544"/>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lgn="ctr">
                <a:lnSpc>
                  <a:spcPct val="90000"/>
                </a:lnSpc>
              </a:pPr>
              <a:endParaRPr lang="en-US" sz="1600" dirty="0" err="1">
                <a:solidFill>
                  <a:schemeClr val="tx1"/>
                </a:solidFill>
              </a:endParaRPr>
            </a:p>
          </p:txBody>
        </p:sp>
      </p:grpSp>
    </p:spTree>
    <p:extLst>
      <p:ext uri="{BB962C8B-B14F-4D97-AF65-F5344CB8AC3E}">
        <p14:creationId xmlns:p14="http://schemas.microsoft.com/office/powerpoint/2010/main" val="702011234"/>
      </p:ext>
    </p:extLst>
  </p:cSld>
  <p:clrMapOvr>
    <a:masterClrMapping/>
  </p:clrMapOvr>
  <p:extLst>
    <p:ext uri="{DCECCB84-F9BA-43D5-87BE-67443E8EF086}">
      <p15:sldGuideLst xmlns:p15="http://schemas.microsoft.com/office/powerpoint/2012/main">
        <p15:guide id="2" pos="2154">
          <p15:clr>
            <a:srgbClr val="FBAE40"/>
          </p15:clr>
        </p15:guide>
        <p15:guide id="4" pos="5526">
          <p15:clr>
            <a:srgbClr val="FBAE40"/>
          </p15:clr>
        </p15:guide>
        <p15:guide id="5" pos="3893">
          <p15:clr>
            <a:srgbClr val="FBAE40"/>
          </p15:clr>
        </p15:guide>
        <p15:guide id="6" pos="2049">
          <p15:clr>
            <a:srgbClr val="FBAE40"/>
          </p15:clr>
        </p15:guide>
        <p15:guide id="7" pos="3788">
          <p15:clr>
            <a:srgbClr val="FBAE40"/>
          </p15:clr>
        </p15:guide>
        <p15:guide id="8" pos="5630">
          <p15:clr>
            <a:srgbClr val="FBAE40"/>
          </p15:clr>
        </p15:guide>
        <p15:guide id="9" orient="horz" pos="2274">
          <p15:clr>
            <a:srgbClr val="FBAE40"/>
          </p15:clr>
        </p15:guide>
        <p15:guide id="10" orient="horz" pos="2442">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with picture lef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4132351" y="1141197"/>
            <a:ext cx="7408800" cy="5058000"/>
          </a:xfrm>
        </p:spPr>
        <p:txBody>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Slide Number Placeholder 6"/>
          <p:cNvSpPr>
            <a:spLocks noGrp="1"/>
          </p:cNvSpPr>
          <p:nvPr>
            <p:ph type="sldNum" sz="quarter" idx="18"/>
          </p:nvPr>
        </p:nvSpPr>
        <p:spPr/>
        <p:txBody>
          <a:bodyPr/>
          <a:lstStyle/>
          <a:p>
            <a:fld id="{DDD2A080-DA64-4F5C-9131-47EB793B4410}" type="slidenum">
              <a:rPr lang="en-GB" noProof="0" smtClean="0"/>
              <a:pPr/>
              <a:t>‹#›</a:t>
            </a:fld>
            <a:endParaRPr lang="en-GB" noProof="0" dirty="0"/>
          </a:p>
        </p:txBody>
      </p:sp>
      <p:sp>
        <p:nvSpPr>
          <p:cNvPr id="4" name="Footer Placeholder 3">
            <a:extLst>
              <a:ext uri="{FF2B5EF4-FFF2-40B4-BE49-F238E27FC236}">
                <a16:creationId xmlns:a16="http://schemas.microsoft.com/office/drawing/2014/main" id="{69721082-1C36-4141-A651-B895B6B12B1D}"/>
              </a:ext>
            </a:extLst>
          </p:cNvPr>
          <p:cNvSpPr>
            <a:spLocks noGrp="1"/>
          </p:cNvSpPr>
          <p:nvPr>
            <p:ph type="ftr" sz="quarter" idx="19"/>
          </p:nvPr>
        </p:nvSpPr>
        <p:spPr>
          <a:xfrm>
            <a:off x="4132351" y="6403940"/>
            <a:ext cx="6735600" cy="187200"/>
          </a:xfrm>
        </p:spPr>
        <p:txBody>
          <a:bodyPr/>
          <a:lstStyle>
            <a:lvl1pPr>
              <a:defRPr/>
            </a:lvl1pPr>
          </a:lstStyle>
          <a:p>
            <a:endParaRPr lang="en-GB" noProof="0"/>
          </a:p>
        </p:txBody>
      </p:sp>
      <p:sp>
        <p:nvSpPr>
          <p:cNvPr id="11" name="Picture Placeholder 10">
            <a:extLst>
              <a:ext uri="{FF2B5EF4-FFF2-40B4-BE49-F238E27FC236}">
                <a16:creationId xmlns:a16="http://schemas.microsoft.com/office/drawing/2014/main" id="{79B6E422-2155-42E8-BFE3-08BC36F1C07B}"/>
              </a:ext>
            </a:extLst>
          </p:cNvPr>
          <p:cNvSpPr>
            <a:spLocks noGrp="1"/>
          </p:cNvSpPr>
          <p:nvPr>
            <p:ph type="pic" sz="quarter" idx="20"/>
          </p:nvPr>
        </p:nvSpPr>
        <p:spPr bwMode="gray">
          <a:xfrm>
            <a:off x="0" y="0"/>
            <a:ext cx="3776522" cy="6858000"/>
          </a:xfrm>
          <a:custGeom>
            <a:avLst/>
            <a:gdLst>
              <a:gd name="connsiteX0" fmla="*/ 0 w 3776522"/>
              <a:gd name="connsiteY0" fmla="*/ 0 h 6858000"/>
              <a:gd name="connsiteX1" fmla="*/ 2833094 w 3776522"/>
              <a:gd name="connsiteY1" fmla="*/ 0 h 6858000"/>
              <a:gd name="connsiteX2" fmla="*/ 3586031 w 3776522"/>
              <a:gd name="connsiteY2" fmla="*/ 0 h 6858000"/>
              <a:gd name="connsiteX3" fmla="*/ 3776522 w 3776522"/>
              <a:gd name="connsiteY3" fmla="*/ 0 h 6858000"/>
              <a:gd name="connsiteX4" fmla="*/ 3776522 w 3776522"/>
              <a:gd name="connsiteY4" fmla="*/ 190493 h 6858000"/>
              <a:gd name="connsiteX5" fmla="*/ 3776522 w 3776522"/>
              <a:gd name="connsiteY5" fmla="*/ 972457 h 6858000"/>
              <a:gd name="connsiteX6" fmla="*/ 3776522 w 3776522"/>
              <a:gd name="connsiteY6" fmla="*/ 6667507 h 6858000"/>
              <a:gd name="connsiteX7" fmla="*/ 3586029 w 3776522"/>
              <a:gd name="connsiteY7" fmla="*/ 6858000 h 6858000"/>
              <a:gd name="connsiteX8" fmla="*/ 0 w 3776522"/>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6522" h="6858000">
                <a:moveTo>
                  <a:pt x="0" y="0"/>
                </a:moveTo>
                <a:lnTo>
                  <a:pt x="2833094" y="0"/>
                </a:lnTo>
                <a:lnTo>
                  <a:pt x="3586031" y="0"/>
                </a:lnTo>
                <a:lnTo>
                  <a:pt x="3776522" y="0"/>
                </a:lnTo>
                <a:lnTo>
                  <a:pt x="3776522" y="190493"/>
                </a:lnTo>
                <a:lnTo>
                  <a:pt x="3776522" y="972457"/>
                </a:lnTo>
                <a:lnTo>
                  <a:pt x="3776522" y="6667507"/>
                </a:lnTo>
                <a:cubicBezTo>
                  <a:pt x="3776522" y="6772713"/>
                  <a:pt x="3691235" y="6858000"/>
                  <a:pt x="3586029" y="6858000"/>
                </a:cubicBezTo>
                <a:lnTo>
                  <a:pt x="0" y="6858000"/>
                </a:lnTo>
                <a:close/>
              </a:path>
            </a:pathLst>
          </a:custGeom>
          <a:solidFill>
            <a:schemeClr val="accent2">
              <a:lumMod val="20000"/>
              <a:lumOff val="80000"/>
              <a:alpha val="10000"/>
            </a:schemeClr>
          </a:solidFill>
        </p:spPr>
        <p:txBody>
          <a:bodyPr wrap="square" lIns="360000" tIns="360000">
            <a:noAutofit/>
          </a:bodyPr>
          <a:lstStyle>
            <a:lvl1pPr algn="ctr">
              <a:defRPr sz="1400" b="0"/>
            </a:lvl1pPr>
          </a:lstStyle>
          <a:p>
            <a:r>
              <a:rPr lang="en-US" noProof="0"/>
              <a:t>Click icon to add picture</a:t>
            </a:r>
            <a:endParaRPr lang="en-GB" noProof="0" dirty="0"/>
          </a:p>
        </p:txBody>
      </p:sp>
      <p:sp>
        <p:nvSpPr>
          <p:cNvPr id="6" name="Title 5">
            <a:extLst>
              <a:ext uri="{FF2B5EF4-FFF2-40B4-BE49-F238E27FC236}">
                <a16:creationId xmlns:a16="http://schemas.microsoft.com/office/drawing/2014/main" id="{0F2CEA00-4110-4385-955A-FA7F3C521921}"/>
              </a:ext>
            </a:extLst>
          </p:cNvPr>
          <p:cNvSpPr>
            <a:spLocks noGrp="1"/>
          </p:cNvSpPr>
          <p:nvPr>
            <p:ph type="title"/>
          </p:nvPr>
        </p:nvSpPr>
        <p:spPr>
          <a:xfrm>
            <a:off x="4130816" y="325235"/>
            <a:ext cx="7408800" cy="817244"/>
          </a:xfrm>
        </p:spPr>
        <p:txBody>
          <a:bodyPr/>
          <a:lstStyle/>
          <a:p>
            <a:r>
              <a:rPr lang="en-US"/>
              <a:t>Click to edit Master title style</a:t>
            </a:r>
            <a:endParaRPr lang="en-GB"/>
          </a:p>
        </p:txBody>
      </p:sp>
      <p:sp>
        <p:nvSpPr>
          <p:cNvPr id="8" name="TextBox 7">
            <a:extLst>
              <a:ext uri="{FF2B5EF4-FFF2-40B4-BE49-F238E27FC236}">
                <a16:creationId xmlns:a16="http://schemas.microsoft.com/office/drawing/2014/main" id="{B7E79D5C-9F49-4A5A-A43B-66D4F6A4A90E}"/>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518090477"/>
      </p:ext>
    </p:extLst>
  </p:cSld>
  <p:clrMapOvr>
    <a:masterClrMapping/>
  </p:clrMapOvr>
  <p:extLst>
    <p:ext uri="{DCECCB84-F9BA-43D5-87BE-67443E8EF086}">
      <p15:sldGuideLst xmlns:p15="http://schemas.microsoft.com/office/powerpoint/2012/main">
        <p15:guide id="1" pos="2854">
          <p15:clr>
            <a:srgbClr val="FBAE40"/>
          </p15:clr>
        </p15:guide>
        <p15:guide id="2" pos="261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with picture righ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bwMode="gray">
          <a:xfrm>
            <a:off x="659008" y="1141197"/>
            <a:ext cx="7408800" cy="5058000"/>
          </a:xfrm>
        </p:spPr>
        <p:txBody>
          <a:bodyPr/>
          <a:lstStyle>
            <a:lvl1pPr>
              <a:defRPr/>
            </a:lvl1pPr>
          </a:lstStyle>
          <a:p>
            <a:pPr lvl="0"/>
            <a:r>
              <a:rPr lang="en-GB" noProof="0" dirty="0"/>
              <a:t>Click to add text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Slide Number Placeholder 6"/>
          <p:cNvSpPr>
            <a:spLocks noGrp="1"/>
          </p:cNvSpPr>
          <p:nvPr>
            <p:ph type="sldNum" sz="quarter" idx="18"/>
          </p:nvPr>
        </p:nvSpPr>
        <p:spPr/>
        <p:txBody>
          <a:bodyPr/>
          <a:lstStyle/>
          <a:p>
            <a:fld id="{DDD2A080-DA64-4F5C-9131-47EB793B4410}" type="slidenum">
              <a:rPr lang="en-GB" noProof="0" smtClean="0"/>
              <a:pPr/>
              <a:t>‹#›</a:t>
            </a:fld>
            <a:endParaRPr lang="en-GB" noProof="0" dirty="0"/>
          </a:p>
        </p:txBody>
      </p:sp>
      <p:sp>
        <p:nvSpPr>
          <p:cNvPr id="2" name="Footer Placeholder 1">
            <a:extLst>
              <a:ext uri="{FF2B5EF4-FFF2-40B4-BE49-F238E27FC236}">
                <a16:creationId xmlns:a16="http://schemas.microsoft.com/office/drawing/2014/main" id="{AA5054A0-E192-4F99-A693-339ACAA17B2F}"/>
              </a:ext>
            </a:extLst>
          </p:cNvPr>
          <p:cNvSpPr>
            <a:spLocks noGrp="1"/>
          </p:cNvSpPr>
          <p:nvPr>
            <p:ph type="ftr" sz="quarter" idx="19"/>
          </p:nvPr>
        </p:nvSpPr>
        <p:spPr>
          <a:xfrm>
            <a:off x="659007" y="6403940"/>
            <a:ext cx="7408800" cy="187200"/>
          </a:xfrm>
        </p:spPr>
        <p:txBody>
          <a:bodyPr/>
          <a:lstStyle>
            <a:lvl1pPr>
              <a:defRPr/>
            </a:lvl1pPr>
          </a:lstStyle>
          <a:p>
            <a:endParaRPr lang="en-GB" noProof="0"/>
          </a:p>
        </p:txBody>
      </p:sp>
      <p:sp>
        <p:nvSpPr>
          <p:cNvPr id="8" name="Picture Placeholder 7">
            <a:extLst>
              <a:ext uri="{FF2B5EF4-FFF2-40B4-BE49-F238E27FC236}">
                <a16:creationId xmlns:a16="http://schemas.microsoft.com/office/drawing/2014/main" id="{3B27D531-83D7-4CCD-88E0-45B29AB76894}"/>
              </a:ext>
            </a:extLst>
          </p:cNvPr>
          <p:cNvSpPr>
            <a:spLocks noGrp="1"/>
          </p:cNvSpPr>
          <p:nvPr>
            <p:ph type="pic" sz="quarter" idx="20"/>
          </p:nvPr>
        </p:nvSpPr>
        <p:spPr bwMode="gray">
          <a:xfrm>
            <a:off x="8415481" y="0"/>
            <a:ext cx="3776519" cy="6857999"/>
          </a:xfrm>
          <a:custGeom>
            <a:avLst/>
            <a:gdLst>
              <a:gd name="connsiteX0" fmla="*/ 0 w 3776519"/>
              <a:gd name="connsiteY0" fmla="*/ 0 h 6857999"/>
              <a:gd name="connsiteX1" fmla="*/ 190493 w 3776519"/>
              <a:gd name="connsiteY1" fmla="*/ 0 h 6857999"/>
              <a:gd name="connsiteX2" fmla="*/ 943428 w 3776519"/>
              <a:gd name="connsiteY2" fmla="*/ 0 h 6857999"/>
              <a:gd name="connsiteX3" fmla="*/ 3776519 w 3776519"/>
              <a:gd name="connsiteY3" fmla="*/ 0 h 6857999"/>
              <a:gd name="connsiteX4" fmla="*/ 3776519 w 3776519"/>
              <a:gd name="connsiteY4" fmla="*/ 6857999 h 6857999"/>
              <a:gd name="connsiteX5" fmla="*/ 190491 w 3776519"/>
              <a:gd name="connsiteY5" fmla="*/ 6857999 h 6857999"/>
              <a:gd name="connsiteX6" fmla="*/ 116345 w 3776519"/>
              <a:gd name="connsiteY6" fmla="*/ 6843030 h 6857999"/>
              <a:gd name="connsiteX7" fmla="*/ 0 w 3776519"/>
              <a:gd name="connsiteY7" fmla="*/ 6667507 h 6857999"/>
              <a:gd name="connsiteX8" fmla="*/ 0 w 3776519"/>
              <a:gd name="connsiteY8" fmla="*/ 972457 h 6857999"/>
              <a:gd name="connsiteX9" fmla="*/ 0 w 3776519"/>
              <a:gd name="connsiteY9" fmla="*/ 190493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519" h="6857999">
                <a:moveTo>
                  <a:pt x="0" y="0"/>
                </a:moveTo>
                <a:lnTo>
                  <a:pt x="190493" y="0"/>
                </a:lnTo>
                <a:lnTo>
                  <a:pt x="943428" y="0"/>
                </a:lnTo>
                <a:lnTo>
                  <a:pt x="3776519" y="0"/>
                </a:lnTo>
                <a:lnTo>
                  <a:pt x="3776519" y="6857999"/>
                </a:lnTo>
                <a:lnTo>
                  <a:pt x="190491" y="6857999"/>
                </a:lnTo>
                <a:lnTo>
                  <a:pt x="116345" y="6843030"/>
                </a:lnTo>
                <a:cubicBezTo>
                  <a:pt x="47974" y="6814111"/>
                  <a:pt x="0" y="6746411"/>
                  <a:pt x="0" y="6667507"/>
                </a:cubicBezTo>
                <a:lnTo>
                  <a:pt x="0" y="972457"/>
                </a:lnTo>
                <a:lnTo>
                  <a:pt x="0" y="190493"/>
                </a:lnTo>
                <a:close/>
              </a:path>
            </a:pathLst>
          </a:custGeom>
          <a:solidFill>
            <a:schemeClr val="accent2">
              <a:lumMod val="20000"/>
              <a:lumOff val="80000"/>
              <a:alpha val="10000"/>
            </a:schemeClr>
          </a:solidFill>
        </p:spPr>
        <p:txBody>
          <a:bodyPr wrap="square" lIns="360000" tIns="360000">
            <a:noAutofit/>
          </a:bodyPr>
          <a:lstStyle>
            <a:lvl1pPr algn="ctr">
              <a:defRPr sz="1400" b="0"/>
            </a:lvl1pPr>
          </a:lstStyle>
          <a:p>
            <a:r>
              <a:rPr lang="en-US" noProof="0"/>
              <a:t>Click icon to add picture</a:t>
            </a:r>
            <a:endParaRPr lang="en-GB" noProof="0" dirty="0"/>
          </a:p>
        </p:txBody>
      </p:sp>
      <p:sp>
        <p:nvSpPr>
          <p:cNvPr id="4" name="Title 3">
            <a:extLst>
              <a:ext uri="{FF2B5EF4-FFF2-40B4-BE49-F238E27FC236}">
                <a16:creationId xmlns:a16="http://schemas.microsoft.com/office/drawing/2014/main" id="{2096681F-4D74-4A68-905C-7EB88D567772}"/>
              </a:ext>
            </a:extLst>
          </p:cNvPr>
          <p:cNvSpPr>
            <a:spLocks noGrp="1"/>
          </p:cNvSpPr>
          <p:nvPr>
            <p:ph type="title"/>
          </p:nvPr>
        </p:nvSpPr>
        <p:spPr>
          <a:xfrm>
            <a:off x="659008" y="325235"/>
            <a:ext cx="7408800" cy="817244"/>
          </a:xfrm>
        </p:spPr>
        <p:txBody>
          <a:bodyPr/>
          <a:lstStyle/>
          <a:p>
            <a:r>
              <a:rPr lang="en-US"/>
              <a:t>Click to edit Master title style</a:t>
            </a:r>
            <a:endParaRPr lang="en-GB"/>
          </a:p>
        </p:txBody>
      </p:sp>
      <p:sp>
        <p:nvSpPr>
          <p:cNvPr id="9" name="TextBox 8">
            <a:extLst>
              <a:ext uri="{FF2B5EF4-FFF2-40B4-BE49-F238E27FC236}">
                <a16:creationId xmlns:a16="http://schemas.microsoft.com/office/drawing/2014/main" id="{BC2B8245-422A-4C4D-855A-44BA8633C695}"/>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3164935140"/>
      </p:ext>
    </p:extLst>
  </p:cSld>
  <p:clrMapOvr>
    <a:masterClrMapping/>
  </p:clrMapOvr>
  <p:extLst>
    <p:ext uri="{DCECCB84-F9BA-43D5-87BE-67443E8EF086}">
      <p15:sldGuideLst xmlns:p15="http://schemas.microsoft.com/office/powerpoint/2012/main">
        <p15:guide id="1" pos="4806">
          <p15:clr>
            <a:srgbClr val="FBAE40"/>
          </p15:clr>
        </p15:guide>
        <p15:guide id="2" pos="5322">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0269A3C8-7E1D-4F0C-A143-080FC0A899DA}"/>
              </a:ext>
            </a:extLst>
          </p:cNvPr>
          <p:cNvSpPr>
            <a:spLocks noGrp="1"/>
          </p:cNvSpPr>
          <p:nvPr>
            <p:ph type="pic" sz="quarter" idx="24"/>
          </p:nvPr>
        </p:nvSpPr>
        <p:spPr bwMode="gray">
          <a:xfrm>
            <a:off x="0" y="0"/>
            <a:ext cx="12192000" cy="6858000"/>
          </a:xfrm>
          <a:prstGeom prst="rect">
            <a:avLst/>
          </a:prstGeom>
          <a:solidFill>
            <a:schemeClr val="accent2">
              <a:lumMod val="20000"/>
              <a:lumOff val="80000"/>
              <a:alpha val="10000"/>
            </a:schemeClr>
          </a:solidFill>
        </p:spPr>
        <p:txBody>
          <a:bodyPr wrap="square" lIns="3240000" tIns="36000" rIns="36000" bIns="36000" anchor="ctr" anchorCtr="0">
            <a:noAutofit/>
          </a:bodyPr>
          <a:lstStyle>
            <a:lvl1pPr algn="ctr">
              <a:defRPr sz="1400" b="0"/>
            </a:lvl1pPr>
          </a:lstStyle>
          <a:p>
            <a:r>
              <a:rPr lang="en-US" noProof="0"/>
              <a:t>Click icon to add picture</a:t>
            </a:r>
            <a:endParaRPr lang="en-GB" noProof="0" dirty="0"/>
          </a:p>
        </p:txBody>
      </p:sp>
      <p:sp>
        <p:nvSpPr>
          <p:cNvPr id="4" name="TextBox 3">
            <a:extLst>
              <a:ext uri="{FF2B5EF4-FFF2-40B4-BE49-F238E27FC236}">
                <a16:creationId xmlns:a16="http://schemas.microsoft.com/office/drawing/2014/main" id="{31EDC4DF-20AE-4FC3-AA09-625C1253615C}"/>
              </a:ext>
            </a:extLst>
          </p:cNvPr>
          <p:cNvSpPr txBox="1"/>
          <p:nvPr userDrawn="1"/>
        </p:nvSpPr>
        <p:spPr>
          <a:xfrm>
            <a:off x="-2261849" y="0"/>
            <a:ext cx="1826420" cy="391991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Finally, click on the new picture and choose 'Move to Back' via the right mouse button to show the heading bars again.</a:t>
            </a:r>
            <a:endParaRPr lang="en-GB" sz="1000" b="0" dirty="0" err="1">
              <a:solidFill>
                <a:srgbClr val="696969"/>
              </a:solidFill>
            </a:endParaRPr>
          </a:p>
        </p:txBody>
      </p:sp>
      <p:sp>
        <p:nvSpPr>
          <p:cNvPr id="3" name="Title 2">
            <a:extLst>
              <a:ext uri="{FF2B5EF4-FFF2-40B4-BE49-F238E27FC236}">
                <a16:creationId xmlns:a16="http://schemas.microsoft.com/office/drawing/2014/main" id="{76ED3F30-0BC7-4F01-8099-A051C8C1458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012072552"/>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ictur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9B2A58B-73B0-454D-A72C-09D384778D16}"/>
              </a:ext>
            </a:extLst>
          </p:cNvPr>
          <p:cNvSpPr>
            <a:spLocks noGrp="1"/>
          </p:cNvSpPr>
          <p:nvPr>
            <p:ph type="pic" sz="quarter" idx="22"/>
          </p:nvPr>
        </p:nvSpPr>
        <p:spPr bwMode="gray">
          <a:xfrm>
            <a:off x="0" y="0"/>
            <a:ext cx="12192000" cy="6858000"/>
          </a:xfrm>
          <a:prstGeom prst="rect">
            <a:avLst/>
          </a:prstGeom>
          <a:solidFill>
            <a:schemeClr val="accent2">
              <a:lumMod val="20000"/>
              <a:lumOff val="80000"/>
              <a:alpha val="10000"/>
            </a:schemeClr>
          </a:solidFill>
        </p:spPr>
        <p:txBody>
          <a:bodyPr wrap="square" lIns="3240000" tIns="36000" rIns="36000" bIns="36000" anchor="ctr" anchorCtr="0">
            <a:noAutofit/>
          </a:bodyPr>
          <a:lstStyle>
            <a:lvl1pPr algn="ctr">
              <a:defRPr sz="1400" b="0"/>
            </a:lvl1pPr>
          </a:lstStyle>
          <a:p>
            <a:r>
              <a:rPr lang="en-US" noProof="0"/>
              <a:t>Click icon to add picture</a:t>
            </a:r>
            <a:endParaRPr lang="en-GB" noProof="0"/>
          </a:p>
        </p:txBody>
      </p:sp>
      <p:sp>
        <p:nvSpPr>
          <p:cNvPr id="3" name="TextBox 2">
            <a:extLst>
              <a:ext uri="{FF2B5EF4-FFF2-40B4-BE49-F238E27FC236}">
                <a16:creationId xmlns:a16="http://schemas.microsoft.com/office/drawing/2014/main" id="{C363B51B-329E-4171-8135-727255D5EED2}"/>
              </a:ext>
            </a:extLst>
          </p:cNvPr>
          <p:cNvSpPr txBox="1"/>
          <p:nvPr userDrawn="1"/>
        </p:nvSpPr>
        <p:spPr>
          <a:xfrm>
            <a:off x="-2261849" y="0"/>
            <a:ext cx="1826420" cy="2996580"/>
          </a:xfrm>
          <a:prstGeom prst="rect">
            <a:avLst/>
          </a:prstGeom>
          <a:noFill/>
        </p:spPr>
        <p:txBody>
          <a:bodyPr wrap="squar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1" dirty="0">
                <a:solidFill>
                  <a:srgbClr val="696969"/>
                </a:solidFill>
              </a:rPr>
              <a:t>Changing the photo</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solidFill>
                  <a:srgbClr val="696969"/>
                </a:solidFill>
              </a:rPr>
              <a:t>- Click on the existing photo, and choose 'Cut' via the right mouse button.</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Select a photo from the last part of the PP file 'Useful elements, example slides and photos', or download a photo from the Media box &gt; Photos on the Brand Portal (https://brandportal.ing.com).</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1000" b="0" dirty="0">
              <a:solidFill>
                <a:srgbClr val="696969"/>
              </a:solidFill>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000" b="0" dirty="0">
                <a:solidFill>
                  <a:srgbClr val="696969"/>
                </a:solidFill>
              </a:rPr>
              <a:t>- Copy the big picture on your screen with </a:t>
            </a:r>
            <a:r>
              <a:rPr lang="en-US" sz="1000" b="0" dirty="0" err="1">
                <a:solidFill>
                  <a:srgbClr val="696969"/>
                </a:solidFill>
              </a:rPr>
              <a:t>Ctrl+C</a:t>
            </a:r>
            <a:r>
              <a:rPr lang="en-US" sz="1000" b="0" dirty="0">
                <a:solidFill>
                  <a:srgbClr val="696969"/>
                </a:solidFill>
              </a:rPr>
              <a:t>, go back to the image placeholder on this page, and paste the photo with </a:t>
            </a:r>
            <a:r>
              <a:rPr lang="en-US" sz="1000" b="0" dirty="0" err="1">
                <a:solidFill>
                  <a:srgbClr val="696969"/>
                </a:solidFill>
              </a:rPr>
              <a:t>Ctrl+V</a:t>
            </a:r>
            <a:r>
              <a:rPr lang="en-US" sz="1000" b="0" dirty="0">
                <a:solidFill>
                  <a:srgbClr val="696969"/>
                </a:solidFill>
              </a:rPr>
              <a:t>.</a:t>
            </a:r>
          </a:p>
        </p:txBody>
      </p:sp>
    </p:spTree>
    <p:extLst>
      <p:ext uri="{BB962C8B-B14F-4D97-AF65-F5344CB8AC3E}">
        <p14:creationId xmlns:p14="http://schemas.microsoft.com/office/powerpoint/2010/main" val="357279634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D5D08C9-1C49-4141-ADCC-8BD39F1E15DE}"/>
              </a:ext>
            </a:extLst>
          </p:cNvPr>
          <p:cNvSpPr>
            <a:spLocks noGrp="1"/>
          </p:cNvSpPr>
          <p:nvPr>
            <p:ph type="ftr" sz="quarter" idx="10"/>
          </p:nvPr>
        </p:nvSpPr>
        <p:spPr/>
        <p:txBody>
          <a:bodyPr/>
          <a:lstStyle/>
          <a:p>
            <a:endParaRPr lang="en-GB" noProof="0" dirty="0"/>
          </a:p>
        </p:txBody>
      </p:sp>
      <p:sp>
        <p:nvSpPr>
          <p:cNvPr id="3" name="Slide Number Placeholder 2">
            <a:extLst>
              <a:ext uri="{FF2B5EF4-FFF2-40B4-BE49-F238E27FC236}">
                <a16:creationId xmlns:a16="http://schemas.microsoft.com/office/drawing/2014/main" id="{CFD907F9-1DA2-4332-BCC9-D9AC36FA0279}"/>
              </a:ext>
            </a:extLst>
          </p:cNvPr>
          <p:cNvSpPr>
            <a:spLocks noGrp="1"/>
          </p:cNvSpPr>
          <p:nvPr>
            <p:ph type="sldNum" sz="quarter" idx="11"/>
          </p:nvPr>
        </p:nvSpPr>
        <p:spPr/>
        <p:txBody>
          <a:bodyPr/>
          <a:lstStyle/>
          <a:p>
            <a:fld id="{DDD2A080-DA64-4F5C-9131-47EB793B4410}" type="slidenum">
              <a:rPr lang="en-GB" smtClean="0"/>
              <a:pPr/>
              <a:t>‹#›</a:t>
            </a:fld>
            <a:endParaRPr lang="en-GB" dirty="0"/>
          </a:p>
        </p:txBody>
      </p:sp>
    </p:spTree>
    <p:extLst>
      <p:ext uri="{BB962C8B-B14F-4D97-AF65-F5344CB8AC3E}">
        <p14:creationId xmlns:p14="http://schemas.microsoft.com/office/powerpoint/2010/main" val="294074821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C1A76-6EF0-4DC5-A4D5-F9BEAB78950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159A4530-FBD9-440F-BBFD-95808FC1843B}"/>
              </a:ext>
            </a:extLst>
          </p:cNvPr>
          <p:cNvSpPr>
            <a:spLocks noGrp="1"/>
          </p:cNvSpPr>
          <p:nvPr>
            <p:ph type="ftr" sz="quarter" idx="10"/>
          </p:nvPr>
        </p:nvSpPr>
        <p:spPr/>
        <p:txBody>
          <a:bodyPr/>
          <a:lstStyle/>
          <a:p>
            <a:endParaRPr lang="en-GB" noProof="0" dirty="0"/>
          </a:p>
        </p:txBody>
      </p:sp>
      <p:sp>
        <p:nvSpPr>
          <p:cNvPr id="7" name="Slide Number Placeholder 6">
            <a:extLst>
              <a:ext uri="{FF2B5EF4-FFF2-40B4-BE49-F238E27FC236}">
                <a16:creationId xmlns:a16="http://schemas.microsoft.com/office/drawing/2014/main" id="{FE00CEF8-3A7B-46C7-BCB8-DC90F3B084EA}"/>
              </a:ext>
            </a:extLst>
          </p:cNvPr>
          <p:cNvSpPr>
            <a:spLocks noGrp="1"/>
          </p:cNvSpPr>
          <p:nvPr>
            <p:ph type="sldNum" sz="quarter" idx="11"/>
          </p:nvPr>
        </p:nvSpPr>
        <p:spPr/>
        <p:txBody>
          <a:bodyPr/>
          <a:lstStyle/>
          <a:p>
            <a:fld id="{DDD2A080-DA64-4F5C-9131-47EB793B4410}" type="slidenum">
              <a:rPr lang="en-GB" smtClean="0"/>
              <a:pPr/>
              <a:t>‹#›</a:t>
            </a:fld>
            <a:endParaRPr lang="en-GB" dirty="0"/>
          </a:p>
        </p:txBody>
      </p:sp>
    </p:spTree>
    <p:extLst>
      <p:ext uri="{BB962C8B-B14F-4D97-AF65-F5344CB8AC3E}">
        <p14:creationId xmlns:p14="http://schemas.microsoft.com/office/powerpoint/2010/main" val="71051121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ocial slide">
    <p:spTree>
      <p:nvGrpSpPr>
        <p:cNvPr id="1" name=""/>
        <p:cNvGrpSpPr/>
        <p:nvPr/>
      </p:nvGrpSpPr>
      <p:grpSpPr>
        <a:xfrm>
          <a:off x="0" y="0"/>
          <a:ext cx="0" cy="0"/>
          <a:chOff x="0" y="0"/>
          <a:chExt cx="0" cy="0"/>
        </a:xfrm>
      </p:grpSpPr>
      <p:sp>
        <p:nvSpPr>
          <p:cNvPr id="5" name="Title 1"/>
          <p:cNvSpPr>
            <a:spLocks noGrp="1"/>
          </p:cNvSpPr>
          <p:nvPr>
            <p:ph type="ctrTitle" hasCustomPrompt="1"/>
          </p:nvPr>
        </p:nvSpPr>
        <p:spPr bwMode="gray">
          <a:xfrm>
            <a:off x="658800" y="2448000"/>
            <a:ext cx="5718802" cy="739574"/>
          </a:xfrm>
          <a:prstGeom prst="roundRect">
            <a:avLst>
              <a:gd name="adj" fmla="val 13738"/>
            </a:avLst>
          </a:prstGeom>
          <a:solidFill>
            <a:srgbClr val="FF6200"/>
          </a:solidFill>
        </p:spPr>
        <p:txBody>
          <a:bodyPr wrap="none" lIns="108000" tIns="108000" rIns="108000" bIns="72000" anchor="t" anchorCtr="0">
            <a:spAutoFit/>
          </a:bodyPr>
          <a:lstStyle>
            <a:lvl1pPr algn="l">
              <a:lnSpc>
                <a:spcPct val="90000"/>
              </a:lnSpc>
              <a:defRPr sz="3600">
                <a:solidFill>
                  <a:schemeClr val="bg1"/>
                </a:solidFill>
              </a:defRPr>
            </a:lvl1pPr>
          </a:lstStyle>
          <a:p>
            <a:r>
              <a:rPr lang="en-GB" noProof="0"/>
              <a:t>Click to add end slide text</a:t>
            </a:r>
            <a:endParaRPr lang="en-GB" noProof="0" dirty="0"/>
          </a:p>
        </p:txBody>
      </p:sp>
      <p:sp>
        <p:nvSpPr>
          <p:cNvPr id="14" name="Text Placeholder 6">
            <a:extLst>
              <a:ext uri="{FF2B5EF4-FFF2-40B4-BE49-F238E27FC236}">
                <a16:creationId xmlns:a16="http://schemas.microsoft.com/office/drawing/2014/main" id="{D748EB5D-B214-4B5B-A2B5-C76DF18F1413}"/>
              </a:ext>
            </a:extLst>
          </p:cNvPr>
          <p:cNvSpPr>
            <a:spLocks noGrp="1"/>
          </p:cNvSpPr>
          <p:nvPr>
            <p:ph type="body" sz="quarter" idx="12" hasCustomPrompt="1"/>
          </p:nvPr>
        </p:nvSpPr>
        <p:spPr bwMode="gray">
          <a:xfrm>
            <a:off x="990000" y="3265686"/>
            <a:ext cx="6740729" cy="732995"/>
          </a:xfrm>
          <a:prstGeom prst="roundRect">
            <a:avLst>
              <a:gd name="adj" fmla="val 13861"/>
            </a:avLst>
          </a:prstGeom>
          <a:solidFill>
            <a:srgbClr val="FF6200"/>
          </a:solidFill>
        </p:spPr>
        <p:txBody>
          <a:bodyPr wrap="none" lIns="108000" tIns="108000" rIns="108000" bIns="72000">
            <a:spAutoFit/>
          </a:bodyPr>
          <a:lstStyle>
            <a:lvl1pPr algn="l">
              <a:lnSpc>
                <a:spcPct val="90000"/>
              </a:lnSpc>
              <a:defRPr sz="3600" b="1">
                <a:solidFill>
                  <a:schemeClr val="bg1"/>
                </a:solidFill>
                <a:latin typeface="+mj-lt"/>
              </a:defRPr>
            </a:lvl1pPr>
          </a:lstStyle>
          <a:p>
            <a:pPr lvl="0"/>
            <a:r>
              <a:rPr lang="en-GB" noProof="0" dirty="0"/>
              <a:t>Click to add text or remove bar</a:t>
            </a:r>
          </a:p>
        </p:txBody>
      </p:sp>
    </p:spTree>
    <p:extLst>
      <p:ext uri="{BB962C8B-B14F-4D97-AF65-F5344CB8AC3E}">
        <p14:creationId xmlns:p14="http://schemas.microsoft.com/office/powerpoint/2010/main" val="3977367381"/>
      </p:ext>
    </p:extLst>
  </p:cSld>
  <p:clrMapOvr>
    <a:masterClrMapping/>
  </p:clrMapOvr>
  <p:extLst>
    <p:ext uri="{DCECCB84-F9BA-43D5-87BE-67443E8EF086}">
      <p15:sldGuideLst xmlns:p15="http://schemas.microsoft.com/office/powerpoint/2012/main">
        <p15:guide id="1" orient="horz" pos="2007">
          <p15:clr>
            <a:srgbClr val="FBAE40"/>
          </p15:clr>
        </p15:guide>
        <p15:guide id="2" orient="horz" pos="1543">
          <p15:clr>
            <a:srgbClr val="FBAE40"/>
          </p15:clr>
        </p15:guide>
        <p15:guide id="3" orient="horz" pos="1490">
          <p15:clr>
            <a:srgbClr val="FBAE40"/>
          </p15:clr>
        </p15:guide>
        <p15:guide id="4" orient="horz" pos="2059">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CC079217-29BE-4EF5-8B19-B660E43429C4}"/>
              </a:ext>
            </a:extLst>
          </p:cNvPr>
          <p:cNvPicPr>
            <a:picLocks noChangeAspect="1"/>
          </p:cNvPicPr>
          <p:nvPr userDrawn="1"/>
        </p:nvPicPr>
        <p:blipFill>
          <a:blip r:embed="rId2">
            <a:extLst>
              <a:ext uri="{96DAC541-7B7A-43D3-8B79-37D633B846F1}">
                <asvg:svgBlip xmlns:asvg="http://schemas.microsoft.com/office/drawing/2016/SVG/main" r:embed="rId3"/>
              </a:ext>
            </a:extLst>
          </a:blip>
          <a:stretch/>
        </p:blipFill>
        <p:spPr>
          <a:xfrm>
            <a:off x="3243000" y="170926"/>
            <a:ext cx="5706000" cy="6558881"/>
          </a:xfrm>
          <a:prstGeom prst="rect">
            <a:avLst/>
          </a:prstGeom>
        </p:spPr>
      </p:pic>
    </p:spTree>
    <p:extLst>
      <p:ext uri="{BB962C8B-B14F-4D97-AF65-F5344CB8AC3E}">
        <p14:creationId xmlns:p14="http://schemas.microsoft.com/office/powerpoint/2010/main" val="3902393687"/>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18" Target="../slideLayouts/slideLayout18.xml" Type="http://schemas.openxmlformats.org/officeDocument/2006/relationships/slideLayout" /><Relationship Id="rId26" Target="../slideLayouts/slideLayout26.xml" Type="http://schemas.openxmlformats.org/officeDocument/2006/relationships/slideLayout" /><Relationship Id="rId39" Target="../media/image6.svg" Type="http://schemas.openxmlformats.org/officeDocument/2006/relationships/image" /><Relationship Id="rId3" Target="../slideLayouts/slideLayout3.xml" Type="http://schemas.openxmlformats.org/officeDocument/2006/relationships/slideLayout" /><Relationship Id="rId21" Target="../slideLayouts/slideLayout21.xml" Type="http://schemas.openxmlformats.org/officeDocument/2006/relationships/slideLayout" /><Relationship Id="rId34" Target="../media/image1.png" Type="http://schemas.openxmlformats.org/officeDocument/2006/relationships/image"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slideLayouts/slideLayout17.xml" Type="http://schemas.openxmlformats.org/officeDocument/2006/relationships/slideLayout" /><Relationship Id="rId25" Target="../slideLayouts/slideLayout25.xml" Type="http://schemas.openxmlformats.org/officeDocument/2006/relationships/slideLayout" /><Relationship Id="rId33" Target="../theme/theme1.xml" Type="http://schemas.openxmlformats.org/officeDocument/2006/relationships/theme" /><Relationship Id="rId38" Target="../media/image5.png" Type="http://schemas.openxmlformats.org/officeDocument/2006/relationships/image" /><Relationship Id="rId2" Target="../slideLayouts/slideLayout2.xml" Type="http://schemas.openxmlformats.org/officeDocument/2006/relationships/slideLayout" /><Relationship Id="rId16" Target="../slideLayouts/slideLayout16.xml" Type="http://schemas.openxmlformats.org/officeDocument/2006/relationships/slideLayout" /><Relationship Id="rId20" Target="../slideLayouts/slideLayout20.xml" Type="http://schemas.openxmlformats.org/officeDocument/2006/relationships/slideLayout" /><Relationship Id="rId29" Target="../slideLayouts/slideLayout29.xml" Type="http://schemas.openxmlformats.org/officeDocument/2006/relationships/slideLayout" /><Relationship Id="rId41" Target="../media/image8.svg" Type="http://schemas.openxmlformats.org/officeDocument/2006/relationships/image"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24" Target="../slideLayouts/slideLayout24.xml" Type="http://schemas.openxmlformats.org/officeDocument/2006/relationships/slideLayout" /><Relationship Id="rId32" Target="../slideLayouts/slideLayout32.xml" Type="http://schemas.openxmlformats.org/officeDocument/2006/relationships/slideLayout" /><Relationship Id="rId37" Target="../media/image4.svg" Type="http://schemas.openxmlformats.org/officeDocument/2006/relationships/image" /><Relationship Id="rId40" Target="../media/image7.png" Type="http://schemas.openxmlformats.org/officeDocument/2006/relationships/image" /><Relationship Id="rId5" Target="../slideLayouts/slideLayout5.xml" Type="http://schemas.openxmlformats.org/officeDocument/2006/relationships/slideLayout" /><Relationship Id="rId15" Target="../slideLayouts/slideLayout15.xml" Type="http://schemas.openxmlformats.org/officeDocument/2006/relationships/slideLayout" /><Relationship Id="rId23" Target="../slideLayouts/slideLayout23.xml" Type="http://schemas.openxmlformats.org/officeDocument/2006/relationships/slideLayout" /><Relationship Id="rId28" Target="../slideLayouts/slideLayout28.xml" Type="http://schemas.openxmlformats.org/officeDocument/2006/relationships/slideLayout" /><Relationship Id="rId36" Target="../media/image3.png" Type="http://schemas.openxmlformats.org/officeDocument/2006/relationships/image" /><Relationship Id="rId10" Target="../slideLayouts/slideLayout10.xml" Type="http://schemas.openxmlformats.org/officeDocument/2006/relationships/slideLayout" /><Relationship Id="rId19" Target="../slideLayouts/slideLayout19.xml" Type="http://schemas.openxmlformats.org/officeDocument/2006/relationships/slideLayout" /><Relationship Id="rId31" Target="../slideLayouts/slideLayout31.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 Id="rId22" Target="../slideLayouts/slideLayout22.xml" Type="http://schemas.openxmlformats.org/officeDocument/2006/relationships/slideLayout" /><Relationship Id="rId27" Target="../slideLayouts/slideLayout27.xml" Type="http://schemas.openxmlformats.org/officeDocument/2006/relationships/slideLayout" /><Relationship Id="rId30" Target="../slideLayouts/slideLayout30.xml" Type="http://schemas.openxmlformats.org/officeDocument/2006/relationships/slideLayout" /><Relationship Id="rId35" Target="../media/image2.svg" Type="http://schemas.openxmlformats.org/officeDocument/2006/relationships/image" /></Relationships>
</file>

<file path=ppt/slideMasters/slideMaster1.xml><?xml version="1.0" encoding="utf-8"?>
<p:sldMaster xmlns:a="http://schemas.openxmlformats.org/drawingml/2006/main" xmlns:p="http://schemas.openxmlformats.org/presentationml/2006/main" xmlns:r="http://schemas.openxmlformats.org/officeDocument/2006/relationships" preserve="1">
  <p:cSld>
    <p:bg bwMode="gray">
      <p:bgRef idx="1001">
        <a:schemeClr val="bg1"/>
      </p:bgRef>
    </p:bg>
    <p:spTree>
      <p:nvGrpSpPr>
        <p:cNvPr id="1" name=""/>
        <p:cNvGrpSpPr/>
        <p:nvPr/>
      </p:nvGrpSpPr>
      <p:grpSpPr>
        <a:xfrm>
          <a:off x="0" y="0"/>
          <a:ext cx="0" cy="0"/>
          <a:chOff x="0" y="0"/>
          <a:chExt cx="0" cy="0"/>
        </a:xfrm>
      </p:grpSpPr>
      <p:sp>
        <p:nvSpPr>
          <p:cNvPr id="876" name="Scale panel">
            <a:extLst>
              <a:ext uri="{FF2B5EF4-FFF2-40B4-BE49-F238E27FC236}">
                <a16:creationId xmlns:a16="http://schemas.microsoft.com/office/drawing/2014/main" id="{7D99C099-15B5-4131-8313-8D2176B4F5F3}"/>
              </a:ext>
            </a:extLst>
          </p:cNvPr>
          <p:cNvSpPr>
            <a:spLocks noChangeArrowheads="1"/>
          </p:cNvSpPr>
          <p:nvPr userDrawn="1"/>
        </p:nvSpPr>
        <p:spPr bwMode="gray">
          <a:xfrm>
            <a:off x="-2368598" y="-435426"/>
            <a:ext cx="16929187" cy="7728851"/>
          </a:xfrm>
          <a:prstGeom prst="rect">
            <a:avLst/>
          </a:prstGeom>
          <a:solidFill>
            <a:srgbClr val="FFFFFF">
              <a:alpha val="0"/>
            </a:srgbClr>
          </a:solidFill>
          <a:ln>
            <a:noFill/>
          </a:ln>
          <a:effectLst/>
        </p:spPr>
        <p:txBody>
          <a:bodyPr anchor="ctr" bIns="180000" lIns="180000" rIns="180000" tIns="180000" wrap="square">
            <a:noAutofit/>
          </a:bodyPr>
          <a:lstStyle/>
          <a:p>
            <a:endParaRPr dirty="0" lang="en-GB" sz="1000"/>
          </a:p>
        </p:txBody>
      </p:sp>
      <p:grpSp>
        <p:nvGrpSpPr>
          <p:cNvPr hidden="1" id="268" name="Master Grid">
            <a:extLst>
              <a:ext uri="{FF2B5EF4-FFF2-40B4-BE49-F238E27FC236}">
                <a16:creationId xmlns:a16="http://schemas.microsoft.com/office/drawing/2014/main" id="{D42BA328-ECEA-4217-9F3F-D0202D59CA05}"/>
              </a:ext>
            </a:extLst>
          </p:cNvPr>
          <p:cNvGrpSpPr/>
          <p:nvPr userDrawn="1"/>
        </p:nvGrpSpPr>
        <p:grpSpPr>
          <a:xfrm>
            <a:off x="0" y="0"/>
            <a:ext cx="12192018" cy="6858000"/>
            <a:chOff x="152391" y="152400"/>
            <a:chExt cx="12192018" cy="6858000"/>
          </a:xfrm>
        </p:grpSpPr>
        <p:grpSp>
          <p:nvGrpSpPr>
            <p:cNvPr id="396" name="GRID">
              <a:extLst>
                <a:ext uri="{FF2B5EF4-FFF2-40B4-BE49-F238E27FC236}">
                  <a16:creationId xmlns:a16="http://schemas.microsoft.com/office/drawing/2014/main" id="{D7354782-E49A-4699-9B7B-4355C8BEEA02}"/>
                </a:ext>
              </a:extLst>
            </p:cNvPr>
            <p:cNvGrpSpPr/>
            <p:nvPr/>
          </p:nvGrpSpPr>
          <p:grpSpPr>
            <a:xfrm>
              <a:off x="152391" y="152400"/>
              <a:ext cx="12192018" cy="6858000"/>
              <a:chOff x="-1" y="0"/>
              <a:chExt cx="12192018" cy="6858000"/>
            </a:xfrm>
          </p:grpSpPr>
          <p:grpSp>
            <p:nvGrpSpPr>
              <p:cNvPr id="455" name="Group 454">
                <a:extLst>
                  <a:ext uri="{FF2B5EF4-FFF2-40B4-BE49-F238E27FC236}">
                    <a16:creationId xmlns:a16="http://schemas.microsoft.com/office/drawing/2014/main" id="{E22339AD-B53F-4786-BDB6-A89FE50DB2A6}"/>
                  </a:ext>
                </a:extLst>
              </p:cNvPr>
              <p:cNvGrpSpPr/>
              <p:nvPr/>
            </p:nvGrpSpPr>
            <p:grpSpPr>
              <a:xfrm>
                <a:off x="0" y="0"/>
                <a:ext cx="12192017" cy="6858000"/>
                <a:chOff x="0" y="0"/>
                <a:chExt cx="12192017" cy="6858000"/>
              </a:xfrm>
            </p:grpSpPr>
            <p:cxnSp>
              <p:nvCxnSpPr>
                <p:cNvPr id="479" name="Straight Connector 478">
                  <a:extLst>
                    <a:ext uri="{FF2B5EF4-FFF2-40B4-BE49-F238E27FC236}">
                      <a16:creationId xmlns:a16="http://schemas.microsoft.com/office/drawing/2014/main" id="{57B30F03-8C9D-4CD8-9D83-8DC8450A16C1}"/>
                    </a:ext>
                  </a:extLst>
                </p:cNvPr>
                <p:cNvCxnSpPr/>
                <p:nvPr/>
              </p:nvCxnSpPr>
              <p:spPr>
                <a:xfrm>
                  <a:off x="32951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0" name="Straight Connector 479">
                  <a:extLst>
                    <a:ext uri="{FF2B5EF4-FFF2-40B4-BE49-F238E27FC236}">
                      <a16:creationId xmlns:a16="http://schemas.microsoft.com/office/drawing/2014/main" id="{9BF6938D-A300-4D5C-8E4F-4FBFF9880310}"/>
                    </a:ext>
                  </a:extLst>
                </p:cNvPr>
                <p:cNvCxnSpPr/>
                <p:nvPr/>
              </p:nvCxnSpPr>
              <p:spPr>
                <a:xfrm>
                  <a:off x="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1" name="Straight Connector 480">
                  <a:extLst>
                    <a:ext uri="{FF2B5EF4-FFF2-40B4-BE49-F238E27FC236}">
                      <a16:creationId xmlns:a16="http://schemas.microsoft.com/office/drawing/2014/main" id="{2C368DAC-ED72-418B-BB58-22A9EBABC287}"/>
                    </a:ext>
                  </a:extLst>
                </p:cNvPr>
                <p:cNvCxnSpPr/>
                <p:nvPr/>
              </p:nvCxnSpPr>
              <p:spPr>
                <a:xfrm>
                  <a:off x="98854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2" name="Straight Connector 481">
                  <a:extLst>
                    <a:ext uri="{FF2B5EF4-FFF2-40B4-BE49-F238E27FC236}">
                      <a16:creationId xmlns:a16="http://schemas.microsoft.com/office/drawing/2014/main" id="{FEC1711E-ABCA-4911-8DBD-2875A8456EF4}"/>
                    </a:ext>
                  </a:extLst>
                </p:cNvPr>
                <p:cNvCxnSpPr/>
                <p:nvPr/>
              </p:nvCxnSpPr>
              <p:spPr>
                <a:xfrm>
                  <a:off x="65902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3" name="Straight Connector 482">
                  <a:extLst>
                    <a:ext uri="{FF2B5EF4-FFF2-40B4-BE49-F238E27FC236}">
                      <a16:creationId xmlns:a16="http://schemas.microsoft.com/office/drawing/2014/main" id="{89290615-FFDF-4C1B-9930-59588ADCE1D0}"/>
                    </a:ext>
                  </a:extLst>
                </p:cNvPr>
                <p:cNvCxnSpPr/>
                <p:nvPr/>
              </p:nvCxnSpPr>
              <p:spPr>
                <a:xfrm>
                  <a:off x="164757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4" name="Straight Connector 483">
                  <a:extLst>
                    <a:ext uri="{FF2B5EF4-FFF2-40B4-BE49-F238E27FC236}">
                      <a16:creationId xmlns:a16="http://schemas.microsoft.com/office/drawing/2014/main" id="{087D6E6A-FBCD-44B7-811F-E440101FA6B3}"/>
                    </a:ext>
                  </a:extLst>
                </p:cNvPr>
                <p:cNvCxnSpPr/>
                <p:nvPr/>
              </p:nvCxnSpPr>
              <p:spPr>
                <a:xfrm>
                  <a:off x="131805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5" name="Straight Connector 484">
                  <a:extLst>
                    <a:ext uri="{FF2B5EF4-FFF2-40B4-BE49-F238E27FC236}">
                      <a16:creationId xmlns:a16="http://schemas.microsoft.com/office/drawing/2014/main" id="{C7EE4D9C-5972-4F11-AD88-CDE4D2D4A05E}"/>
                    </a:ext>
                  </a:extLst>
                </p:cNvPr>
                <p:cNvCxnSpPr/>
                <p:nvPr/>
              </p:nvCxnSpPr>
              <p:spPr>
                <a:xfrm>
                  <a:off x="230659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6" name="Straight Connector 485">
                  <a:extLst>
                    <a:ext uri="{FF2B5EF4-FFF2-40B4-BE49-F238E27FC236}">
                      <a16:creationId xmlns:a16="http://schemas.microsoft.com/office/drawing/2014/main" id="{A1D02A60-D36A-429F-8D81-D08F3EF38993}"/>
                    </a:ext>
                  </a:extLst>
                </p:cNvPr>
                <p:cNvCxnSpPr/>
                <p:nvPr/>
              </p:nvCxnSpPr>
              <p:spPr>
                <a:xfrm>
                  <a:off x="197708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7" name="Straight Connector 486">
                  <a:extLst>
                    <a:ext uri="{FF2B5EF4-FFF2-40B4-BE49-F238E27FC236}">
                      <a16:creationId xmlns:a16="http://schemas.microsoft.com/office/drawing/2014/main" id="{88E78551-A749-4A2E-8477-CABB2C2782EC}"/>
                    </a:ext>
                  </a:extLst>
                </p:cNvPr>
                <p:cNvCxnSpPr/>
                <p:nvPr/>
              </p:nvCxnSpPr>
              <p:spPr>
                <a:xfrm>
                  <a:off x="296562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8" name="Straight Connector 487">
                  <a:extLst>
                    <a:ext uri="{FF2B5EF4-FFF2-40B4-BE49-F238E27FC236}">
                      <a16:creationId xmlns:a16="http://schemas.microsoft.com/office/drawing/2014/main" id="{FBD58499-8938-44E0-8520-DDE63A4C4496}"/>
                    </a:ext>
                  </a:extLst>
                </p:cNvPr>
                <p:cNvCxnSpPr/>
                <p:nvPr/>
              </p:nvCxnSpPr>
              <p:spPr>
                <a:xfrm>
                  <a:off x="263611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89" name="Straight Connector 488">
                  <a:extLst>
                    <a:ext uri="{FF2B5EF4-FFF2-40B4-BE49-F238E27FC236}">
                      <a16:creationId xmlns:a16="http://schemas.microsoft.com/office/drawing/2014/main" id="{BC923EA8-C256-4634-8339-7DB6BA413CD2}"/>
                    </a:ext>
                  </a:extLst>
                </p:cNvPr>
                <p:cNvCxnSpPr/>
                <p:nvPr/>
              </p:nvCxnSpPr>
              <p:spPr>
                <a:xfrm>
                  <a:off x="362465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0" name="Straight Connector 489">
                  <a:extLst>
                    <a:ext uri="{FF2B5EF4-FFF2-40B4-BE49-F238E27FC236}">
                      <a16:creationId xmlns:a16="http://schemas.microsoft.com/office/drawing/2014/main" id="{3BABF286-6674-4701-B1E9-263284795AB3}"/>
                    </a:ext>
                  </a:extLst>
                </p:cNvPr>
                <p:cNvCxnSpPr/>
                <p:nvPr/>
              </p:nvCxnSpPr>
              <p:spPr>
                <a:xfrm>
                  <a:off x="329514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1" name="Straight Connector 490">
                  <a:extLst>
                    <a:ext uri="{FF2B5EF4-FFF2-40B4-BE49-F238E27FC236}">
                      <a16:creationId xmlns:a16="http://schemas.microsoft.com/office/drawing/2014/main" id="{99FB23A9-E6D7-43CC-A0D5-725192604B3D}"/>
                    </a:ext>
                  </a:extLst>
                </p:cNvPr>
                <p:cNvCxnSpPr/>
                <p:nvPr/>
              </p:nvCxnSpPr>
              <p:spPr>
                <a:xfrm>
                  <a:off x="428368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2" name="Straight Connector 491">
                  <a:extLst>
                    <a:ext uri="{FF2B5EF4-FFF2-40B4-BE49-F238E27FC236}">
                      <a16:creationId xmlns:a16="http://schemas.microsoft.com/office/drawing/2014/main" id="{F23FDEA7-2269-4F06-8F07-260EE77295DF}"/>
                    </a:ext>
                  </a:extLst>
                </p:cNvPr>
                <p:cNvCxnSpPr/>
                <p:nvPr/>
              </p:nvCxnSpPr>
              <p:spPr>
                <a:xfrm>
                  <a:off x="395416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3" name="Straight Connector 492">
                  <a:extLst>
                    <a:ext uri="{FF2B5EF4-FFF2-40B4-BE49-F238E27FC236}">
                      <a16:creationId xmlns:a16="http://schemas.microsoft.com/office/drawing/2014/main" id="{E8A88CA9-B891-491E-95C8-1C4D7ACDAA96}"/>
                    </a:ext>
                  </a:extLst>
                </p:cNvPr>
                <p:cNvCxnSpPr/>
                <p:nvPr/>
              </p:nvCxnSpPr>
              <p:spPr>
                <a:xfrm>
                  <a:off x="494271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4" name="Straight Connector 493">
                  <a:extLst>
                    <a:ext uri="{FF2B5EF4-FFF2-40B4-BE49-F238E27FC236}">
                      <a16:creationId xmlns:a16="http://schemas.microsoft.com/office/drawing/2014/main" id="{C6C7A0C6-4EAC-4FEF-85DD-F06A1AACCCD9}"/>
                    </a:ext>
                  </a:extLst>
                </p:cNvPr>
                <p:cNvCxnSpPr/>
                <p:nvPr/>
              </p:nvCxnSpPr>
              <p:spPr>
                <a:xfrm>
                  <a:off x="461319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5" name="Straight Connector 494">
                  <a:extLst>
                    <a:ext uri="{FF2B5EF4-FFF2-40B4-BE49-F238E27FC236}">
                      <a16:creationId xmlns:a16="http://schemas.microsoft.com/office/drawing/2014/main" id="{BC387629-3884-4ADF-98D9-B40527E1A937}"/>
                    </a:ext>
                  </a:extLst>
                </p:cNvPr>
                <p:cNvCxnSpPr/>
                <p:nvPr/>
              </p:nvCxnSpPr>
              <p:spPr>
                <a:xfrm>
                  <a:off x="560173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6" name="Straight Connector 495">
                  <a:extLst>
                    <a:ext uri="{FF2B5EF4-FFF2-40B4-BE49-F238E27FC236}">
                      <a16:creationId xmlns:a16="http://schemas.microsoft.com/office/drawing/2014/main" id="{DC1FB6E3-5983-42E2-B487-B2A550667A58}"/>
                    </a:ext>
                  </a:extLst>
                </p:cNvPr>
                <p:cNvCxnSpPr/>
                <p:nvPr/>
              </p:nvCxnSpPr>
              <p:spPr>
                <a:xfrm>
                  <a:off x="527222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7" name="Straight Connector 496">
                  <a:extLst>
                    <a:ext uri="{FF2B5EF4-FFF2-40B4-BE49-F238E27FC236}">
                      <a16:creationId xmlns:a16="http://schemas.microsoft.com/office/drawing/2014/main" id="{BE47B01B-846E-438F-95BE-84D5D1A6988B}"/>
                    </a:ext>
                  </a:extLst>
                </p:cNvPr>
                <p:cNvCxnSpPr/>
                <p:nvPr/>
              </p:nvCxnSpPr>
              <p:spPr>
                <a:xfrm>
                  <a:off x="626076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8" name="Straight Connector 497">
                  <a:extLst>
                    <a:ext uri="{FF2B5EF4-FFF2-40B4-BE49-F238E27FC236}">
                      <a16:creationId xmlns:a16="http://schemas.microsoft.com/office/drawing/2014/main" id="{DAAA516D-477A-4244-8BF2-30CB948742FB}"/>
                    </a:ext>
                  </a:extLst>
                </p:cNvPr>
                <p:cNvCxnSpPr/>
                <p:nvPr/>
              </p:nvCxnSpPr>
              <p:spPr>
                <a:xfrm>
                  <a:off x="593125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99" name="Straight Connector 498">
                  <a:extLst>
                    <a:ext uri="{FF2B5EF4-FFF2-40B4-BE49-F238E27FC236}">
                      <a16:creationId xmlns:a16="http://schemas.microsoft.com/office/drawing/2014/main" id="{1B7D312D-F4D1-4D37-9DD6-637968C596A3}"/>
                    </a:ext>
                  </a:extLst>
                </p:cNvPr>
                <p:cNvCxnSpPr/>
                <p:nvPr/>
              </p:nvCxnSpPr>
              <p:spPr>
                <a:xfrm>
                  <a:off x="691979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0" name="Straight Connector 499">
                  <a:extLst>
                    <a:ext uri="{FF2B5EF4-FFF2-40B4-BE49-F238E27FC236}">
                      <a16:creationId xmlns:a16="http://schemas.microsoft.com/office/drawing/2014/main" id="{F0831B2C-01F0-4C7A-BA32-9CB020598BF8}"/>
                    </a:ext>
                  </a:extLst>
                </p:cNvPr>
                <p:cNvCxnSpPr/>
                <p:nvPr/>
              </p:nvCxnSpPr>
              <p:spPr>
                <a:xfrm>
                  <a:off x="659028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1" name="Straight Connector 500">
                  <a:extLst>
                    <a:ext uri="{FF2B5EF4-FFF2-40B4-BE49-F238E27FC236}">
                      <a16:creationId xmlns:a16="http://schemas.microsoft.com/office/drawing/2014/main" id="{5FA4CBA0-89DA-4E51-8503-D9D34E32D744}"/>
                    </a:ext>
                  </a:extLst>
                </p:cNvPr>
                <p:cNvCxnSpPr/>
                <p:nvPr/>
              </p:nvCxnSpPr>
              <p:spPr>
                <a:xfrm>
                  <a:off x="757882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2" name="Straight Connector 501">
                  <a:extLst>
                    <a:ext uri="{FF2B5EF4-FFF2-40B4-BE49-F238E27FC236}">
                      <a16:creationId xmlns:a16="http://schemas.microsoft.com/office/drawing/2014/main" id="{D24F47CE-2594-44BF-B7AB-D72724CDF156}"/>
                    </a:ext>
                  </a:extLst>
                </p:cNvPr>
                <p:cNvCxnSpPr/>
                <p:nvPr/>
              </p:nvCxnSpPr>
              <p:spPr>
                <a:xfrm>
                  <a:off x="724930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3" name="Straight Connector 502">
                  <a:extLst>
                    <a:ext uri="{FF2B5EF4-FFF2-40B4-BE49-F238E27FC236}">
                      <a16:creationId xmlns:a16="http://schemas.microsoft.com/office/drawing/2014/main" id="{988568FF-7259-4F57-B421-DD1BF280A590}"/>
                    </a:ext>
                  </a:extLst>
                </p:cNvPr>
                <p:cNvCxnSpPr/>
                <p:nvPr/>
              </p:nvCxnSpPr>
              <p:spPr>
                <a:xfrm>
                  <a:off x="823785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4" name="Straight Connector 503">
                  <a:extLst>
                    <a:ext uri="{FF2B5EF4-FFF2-40B4-BE49-F238E27FC236}">
                      <a16:creationId xmlns:a16="http://schemas.microsoft.com/office/drawing/2014/main" id="{EB6004BB-45E2-44DE-9D6C-1EA1B31F75E8}"/>
                    </a:ext>
                  </a:extLst>
                </p:cNvPr>
                <p:cNvCxnSpPr/>
                <p:nvPr/>
              </p:nvCxnSpPr>
              <p:spPr>
                <a:xfrm>
                  <a:off x="790833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5" name="Straight Connector 504">
                  <a:extLst>
                    <a:ext uri="{FF2B5EF4-FFF2-40B4-BE49-F238E27FC236}">
                      <a16:creationId xmlns:a16="http://schemas.microsoft.com/office/drawing/2014/main" id="{8C72E3C8-520C-497F-A4D5-DCF44D12CD80}"/>
                    </a:ext>
                  </a:extLst>
                </p:cNvPr>
                <p:cNvCxnSpPr/>
                <p:nvPr/>
              </p:nvCxnSpPr>
              <p:spPr>
                <a:xfrm>
                  <a:off x="889687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6" name="Straight Connector 505">
                  <a:extLst>
                    <a:ext uri="{FF2B5EF4-FFF2-40B4-BE49-F238E27FC236}">
                      <a16:creationId xmlns:a16="http://schemas.microsoft.com/office/drawing/2014/main" id="{7B720938-127D-49F5-97AF-562D32A74600}"/>
                    </a:ext>
                  </a:extLst>
                </p:cNvPr>
                <p:cNvCxnSpPr/>
                <p:nvPr/>
              </p:nvCxnSpPr>
              <p:spPr>
                <a:xfrm>
                  <a:off x="856736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7" name="Straight Connector 506">
                  <a:extLst>
                    <a:ext uri="{FF2B5EF4-FFF2-40B4-BE49-F238E27FC236}">
                      <a16:creationId xmlns:a16="http://schemas.microsoft.com/office/drawing/2014/main" id="{852789AE-4FBE-467B-B00B-8D948D856D4C}"/>
                    </a:ext>
                  </a:extLst>
                </p:cNvPr>
                <p:cNvCxnSpPr/>
                <p:nvPr/>
              </p:nvCxnSpPr>
              <p:spPr>
                <a:xfrm>
                  <a:off x="955590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8" name="Straight Connector 507">
                  <a:extLst>
                    <a:ext uri="{FF2B5EF4-FFF2-40B4-BE49-F238E27FC236}">
                      <a16:creationId xmlns:a16="http://schemas.microsoft.com/office/drawing/2014/main" id="{FCDC861B-1131-4468-B891-4639874C33C1}"/>
                    </a:ext>
                  </a:extLst>
                </p:cNvPr>
                <p:cNvCxnSpPr/>
                <p:nvPr/>
              </p:nvCxnSpPr>
              <p:spPr>
                <a:xfrm>
                  <a:off x="922639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09" name="Straight Connector 508">
                  <a:extLst>
                    <a:ext uri="{FF2B5EF4-FFF2-40B4-BE49-F238E27FC236}">
                      <a16:creationId xmlns:a16="http://schemas.microsoft.com/office/drawing/2014/main" id="{3112DEAC-80A0-4F90-81EC-4D87F645E76D}"/>
                    </a:ext>
                  </a:extLst>
                </p:cNvPr>
                <p:cNvCxnSpPr/>
                <p:nvPr/>
              </p:nvCxnSpPr>
              <p:spPr>
                <a:xfrm>
                  <a:off x="1021493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0" name="Straight Connector 509">
                  <a:extLst>
                    <a:ext uri="{FF2B5EF4-FFF2-40B4-BE49-F238E27FC236}">
                      <a16:creationId xmlns:a16="http://schemas.microsoft.com/office/drawing/2014/main" id="{8A83F6CC-CFBB-4012-B5AB-3DBB9C000E43}"/>
                    </a:ext>
                  </a:extLst>
                </p:cNvPr>
                <p:cNvCxnSpPr/>
                <p:nvPr/>
              </p:nvCxnSpPr>
              <p:spPr>
                <a:xfrm>
                  <a:off x="988542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1" name="Straight Connector 510">
                  <a:extLst>
                    <a:ext uri="{FF2B5EF4-FFF2-40B4-BE49-F238E27FC236}">
                      <a16:creationId xmlns:a16="http://schemas.microsoft.com/office/drawing/2014/main" id="{7086FB9D-BDC7-4EB6-B7F8-9727B0084ACC}"/>
                    </a:ext>
                  </a:extLst>
                </p:cNvPr>
                <p:cNvCxnSpPr/>
                <p:nvPr/>
              </p:nvCxnSpPr>
              <p:spPr>
                <a:xfrm>
                  <a:off x="10873962"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2" name="Straight Connector 511">
                  <a:extLst>
                    <a:ext uri="{FF2B5EF4-FFF2-40B4-BE49-F238E27FC236}">
                      <a16:creationId xmlns:a16="http://schemas.microsoft.com/office/drawing/2014/main" id="{C745221B-E8F8-4CB2-8FCD-AE0FE353C32A}"/>
                    </a:ext>
                  </a:extLst>
                </p:cNvPr>
                <p:cNvCxnSpPr/>
                <p:nvPr/>
              </p:nvCxnSpPr>
              <p:spPr>
                <a:xfrm>
                  <a:off x="10544448"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3" name="Straight Connector 512">
                  <a:extLst>
                    <a:ext uri="{FF2B5EF4-FFF2-40B4-BE49-F238E27FC236}">
                      <a16:creationId xmlns:a16="http://schemas.microsoft.com/office/drawing/2014/main" id="{5094AAE4-01E5-4C6E-81F6-3A5C0DA6FC6A}"/>
                    </a:ext>
                  </a:extLst>
                </p:cNvPr>
                <p:cNvCxnSpPr/>
                <p:nvPr/>
              </p:nvCxnSpPr>
              <p:spPr>
                <a:xfrm>
                  <a:off x="11532990"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4" name="Straight Connector 513">
                  <a:extLst>
                    <a:ext uri="{FF2B5EF4-FFF2-40B4-BE49-F238E27FC236}">
                      <a16:creationId xmlns:a16="http://schemas.microsoft.com/office/drawing/2014/main" id="{F528AFAE-A6AC-4CD7-BDA2-17857F962AB2}"/>
                    </a:ext>
                  </a:extLst>
                </p:cNvPr>
                <p:cNvCxnSpPr/>
                <p:nvPr/>
              </p:nvCxnSpPr>
              <p:spPr>
                <a:xfrm>
                  <a:off x="11203476"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5" name="Straight Connector 514">
                  <a:extLst>
                    <a:ext uri="{FF2B5EF4-FFF2-40B4-BE49-F238E27FC236}">
                      <a16:creationId xmlns:a16="http://schemas.microsoft.com/office/drawing/2014/main" id="{5F6B84C4-9796-4319-B3A5-7807A33D0C19}"/>
                    </a:ext>
                  </a:extLst>
                </p:cNvPr>
                <p:cNvCxnSpPr/>
                <p:nvPr/>
              </p:nvCxnSpPr>
              <p:spPr>
                <a:xfrm>
                  <a:off x="12192017"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516" name="Straight Connector 515">
                  <a:extLst>
                    <a:ext uri="{FF2B5EF4-FFF2-40B4-BE49-F238E27FC236}">
                      <a16:creationId xmlns:a16="http://schemas.microsoft.com/office/drawing/2014/main" id="{14BC46D6-8B78-452A-85E9-056E038007FC}"/>
                    </a:ext>
                  </a:extLst>
                </p:cNvPr>
                <p:cNvCxnSpPr/>
                <p:nvPr/>
              </p:nvCxnSpPr>
              <p:spPr>
                <a:xfrm>
                  <a:off x="11862504" y="0"/>
                  <a:ext cx="0" cy="685800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nvGrpSpPr>
              <p:cNvPr id="456" name="Group 455">
                <a:extLst>
                  <a:ext uri="{FF2B5EF4-FFF2-40B4-BE49-F238E27FC236}">
                    <a16:creationId xmlns:a16="http://schemas.microsoft.com/office/drawing/2014/main" id="{227661DF-0032-42D4-848A-1DF956BA62EE}"/>
                  </a:ext>
                </a:extLst>
              </p:cNvPr>
              <p:cNvGrpSpPr/>
              <p:nvPr/>
            </p:nvGrpSpPr>
            <p:grpSpPr>
              <a:xfrm>
                <a:off x="-1" y="0"/>
                <a:ext cx="12191993" cy="6857991"/>
                <a:chOff x="0" y="0"/>
                <a:chExt cx="290286" cy="6857991"/>
              </a:xfrm>
            </p:grpSpPr>
            <p:cxnSp>
              <p:nvCxnSpPr>
                <p:cNvPr id="457" name="Straight Connector 456">
                  <a:extLst>
                    <a:ext uri="{FF2B5EF4-FFF2-40B4-BE49-F238E27FC236}">
                      <a16:creationId xmlns:a16="http://schemas.microsoft.com/office/drawing/2014/main" id="{A8B104F2-1FE8-4D63-B92B-36A1B724A029}"/>
                    </a:ext>
                  </a:extLst>
                </p:cNvPr>
                <p:cNvCxnSpPr/>
                <p:nvPr/>
              </p:nvCxnSpPr>
              <p:spPr>
                <a:xfrm>
                  <a:off x="0" y="32657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8" name="Straight Connector 457">
                  <a:extLst>
                    <a:ext uri="{FF2B5EF4-FFF2-40B4-BE49-F238E27FC236}">
                      <a16:creationId xmlns:a16="http://schemas.microsoft.com/office/drawing/2014/main" id="{DE01FDE6-42EE-47DE-A4B5-3566FC6E0209}"/>
                    </a:ext>
                  </a:extLst>
                </p:cNvPr>
                <p:cNvCxnSpPr/>
                <p:nvPr/>
              </p:nvCxnSpPr>
              <p:spPr>
                <a:xfrm>
                  <a:off x="0" y="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9" name="Straight Connector 458">
                  <a:extLst>
                    <a:ext uri="{FF2B5EF4-FFF2-40B4-BE49-F238E27FC236}">
                      <a16:creationId xmlns:a16="http://schemas.microsoft.com/office/drawing/2014/main" id="{8E20FD14-D0FA-43AC-95DB-3150872E1F31}"/>
                    </a:ext>
                  </a:extLst>
                </p:cNvPr>
                <p:cNvCxnSpPr/>
                <p:nvPr/>
              </p:nvCxnSpPr>
              <p:spPr>
                <a:xfrm>
                  <a:off x="0" y="97971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0" name="Straight Connector 459">
                  <a:extLst>
                    <a:ext uri="{FF2B5EF4-FFF2-40B4-BE49-F238E27FC236}">
                      <a16:creationId xmlns:a16="http://schemas.microsoft.com/office/drawing/2014/main" id="{028DF3B0-4034-45B4-A3E1-B0B55513AF6F}"/>
                    </a:ext>
                  </a:extLst>
                </p:cNvPr>
                <p:cNvCxnSpPr/>
                <p:nvPr/>
              </p:nvCxnSpPr>
              <p:spPr>
                <a:xfrm>
                  <a:off x="0" y="65314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1" name="Straight Connector 460">
                  <a:extLst>
                    <a:ext uri="{FF2B5EF4-FFF2-40B4-BE49-F238E27FC236}">
                      <a16:creationId xmlns:a16="http://schemas.microsoft.com/office/drawing/2014/main" id="{7C67B68B-36B6-46CB-AF56-B2B821C00FAF}"/>
                    </a:ext>
                  </a:extLst>
                </p:cNvPr>
                <p:cNvCxnSpPr/>
                <p:nvPr/>
              </p:nvCxnSpPr>
              <p:spPr>
                <a:xfrm>
                  <a:off x="0" y="163285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2" name="Straight Connector 461">
                  <a:extLst>
                    <a:ext uri="{FF2B5EF4-FFF2-40B4-BE49-F238E27FC236}">
                      <a16:creationId xmlns:a16="http://schemas.microsoft.com/office/drawing/2014/main" id="{DE60AE33-3E26-48DF-B7AD-4C1629648BD3}"/>
                    </a:ext>
                  </a:extLst>
                </p:cNvPr>
                <p:cNvCxnSpPr/>
                <p:nvPr/>
              </p:nvCxnSpPr>
              <p:spPr>
                <a:xfrm>
                  <a:off x="0" y="130628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3" name="Straight Connector 462">
                  <a:extLst>
                    <a:ext uri="{FF2B5EF4-FFF2-40B4-BE49-F238E27FC236}">
                      <a16:creationId xmlns:a16="http://schemas.microsoft.com/office/drawing/2014/main" id="{49230077-BD1C-4346-9269-CE1185B4EC60}"/>
                    </a:ext>
                  </a:extLst>
                </p:cNvPr>
                <p:cNvCxnSpPr/>
                <p:nvPr/>
              </p:nvCxnSpPr>
              <p:spPr>
                <a:xfrm>
                  <a:off x="0" y="228599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4" name="Straight Connector 463">
                  <a:extLst>
                    <a:ext uri="{FF2B5EF4-FFF2-40B4-BE49-F238E27FC236}">
                      <a16:creationId xmlns:a16="http://schemas.microsoft.com/office/drawing/2014/main" id="{03416EBD-0E45-458C-9475-D1F38956C958}"/>
                    </a:ext>
                  </a:extLst>
                </p:cNvPr>
                <p:cNvCxnSpPr/>
                <p:nvPr/>
              </p:nvCxnSpPr>
              <p:spPr>
                <a:xfrm>
                  <a:off x="0" y="195942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5" name="Straight Connector 464">
                  <a:extLst>
                    <a:ext uri="{FF2B5EF4-FFF2-40B4-BE49-F238E27FC236}">
                      <a16:creationId xmlns:a16="http://schemas.microsoft.com/office/drawing/2014/main" id="{AD9E3C15-C229-48BA-83EF-B53E947B4C17}"/>
                    </a:ext>
                  </a:extLst>
                </p:cNvPr>
                <p:cNvCxnSpPr/>
                <p:nvPr/>
              </p:nvCxnSpPr>
              <p:spPr>
                <a:xfrm>
                  <a:off x="0" y="293913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6" name="Straight Connector 465">
                  <a:extLst>
                    <a:ext uri="{FF2B5EF4-FFF2-40B4-BE49-F238E27FC236}">
                      <a16:creationId xmlns:a16="http://schemas.microsoft.com/office/drawing/2014/main" id="{7108ABE6-2564-47F9-80A8-9647EEAB9EE3}"/>
                    </a:ext>
                  </a:extLst>
                </p:cNvPr>
                <p:cNvCxnSpPr/>
                <p:nvPr/>
              </p:nvCxnSpPr>
              <p:spPr>
                <a:xfrm>
                  <a:off x="0" y="261256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id="{31F5B969-81B8-4151-AA30-AB80C3D57C89}"/>
                    </a:ext>
                  </a:extLst>
                </p:cNvPr>
                <p:cNvCxnSpPr/>
                <p:nvPr/>
              </p:nvCxnSpPr>
              <p:spPr>
                <a:xfrm>
                  <a:off x="0" y="359228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8" name="Straight Connector 467">
                  <a:extLst>
                    <a:ext uri="{FF2B5EF4-FFF2-40B4-BE49-F238E27FC236}">
                      <a16:creationId xmlns:a16="http://schemas.microsoft.com/office/drawing/2014/main" id="{D0AC87BF-14F2-4A12-9B7F-08750A4DDC11}"/>
                    </a:ext>
                  </a:extLst>
                </p:cNvPr>
                <p:cNvCxnSpPr/>
                <p:nvPr/>
              </p:nvCxnSpPr>
              <p:spPr>
                <a:xfrm>
                  <a:off x="0" y="326571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id="{63C86CDC-0953-42F0-8DF7-1B70CE60A563}"/>
                    </a:ext>
                  </a:extLst>
                </p:cNvPr>
                <p:cNvCxnSpPr/>
                <p:nvPr/>
              </p:nvCxnSpPr>
              <p:spPr>
                <a:xfrm>
                  <a:off x="0" y="424542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0" name="Straight Connector 469">
                  <a:extLst>
                    <a:ext uri="{FF2B5EF4-FFF2-40B4-BE49-F238E27FC236}">
                      <a16:creationId xmlns:a16="http://schemas.microsoft.com/office/drawing/2014/main" id="{BCD5262D-4A74-4B84-84F0-2923CBB4ADC4}"/>
                    </a:ext>
                  </a:extLst>
                </p:cNvPr>
                <p:cNvCxnSpPr/>
                <p:nvPr/>
              </p:nvCxnSpPr>
              <p:spPr>
                <a:xfrm>
                  <a:off x="0" y="391885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1" name="Straight Connector 470">
                  <a:extLst>
                    <a:ext uri="{FF2B5EF4-FFF2-40B4-BE49-F238E27FC236}">
                      <a16:creationId xmlns:a16="http://schemas.microsoft.com/office/drawing/2014/main" id="{E2397635-6E7F-42E1-9838-F7A4B2562AC5}"/>
                    </a:ext>
                  </a:extLst>
                </p:cNvPr>
                <p:cNvCxnSpPr/>
                <p:nvPr/>
              </p:nvCxnSpPr>
              <p:spPr>
                <a:xfrm>
                  <a:off x="0" y="489856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2" name="Straight Connector 471">
                  <a:extLst>
                    <a:ext uri="{FF2B5EF4-FFF2-40B4-BE49-F238E27FC236}">
                      <a16:creationId xmlns:a16="http://schemas.microsoft.com/office/drawing/2014/main" id="{C725B471-3E31-4D81-AD68-871863B5FFF8}"/>
                    </a:ext>
                  </a:extLst>
                </p:cNvPr>
                <p:cNvCxnSpPr/>
                <p:nvPr/>
              </p:nvCxnSpPr>
              <p:spPr>
                <a:xfrm>
                  <a:off x="0" y="457199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3" name="Straight Connector 472">
                  <a:extLst>
                    <a:ext uri="{FF2B5EF4-FFF2-40B4-BE49-F238E27FC236}">
                      <a16:creationId xmlns:a16="http://schemas.microsoft.com/office/drawing/2014/main" id="{4A732D9C-81BE-41A0-9553-5A9BAC5D4997}"/>
                    </a:ext>
                  </a:extLst>
                </p:cNvPr>
                <p:cNvCxnSpPr/>
                <p:nvPr/>
              </p:nvCxnSpPr>
              <p:spPr>
                <a:xfrm>
                  <a:off x="0" y="555170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id="{449D03A4-8841-4AB5-ACF6-D4CCD93B40CA}"/>
                    </a:ext>
                  </a:extLst>
                </p:cNvPr>
                <p:cNvCxnSpPr/>
                <p:nvPr/>
              </p:nvCxnSpPr>
              <p:spPr>
                <a:xfrm>
                  <a:off x="0" y="522513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id="{3C358C4E-BEE4-438F-A5A7-D41B9CEC66DF}"/>
                    </a:ext>
                  </a:extLst>
                </p:cNvPr>
                <p:cNvCxnSpPr/>
                <p:nvPr/>
              </p:nvCxnSpPr>
              <p:spPr>
                <a:xfrm>
                  <a:off x="0" y="620484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6" name="Straight Connector 475">
                  <a:extLst>
                    <a:ext uri="{FF2B5EF4-FFF2-40B4-BE49-F238E27FC236}">
                      <a16:creationId xmlns:a16="http://schemas.microsoft.com/office/drawing/2014/main" id="{D39A6CFE-5C25-41AE-9585-4B6B3A882D6C}"/>
                    </a:ext>
                  </a:extLst>
                </p:cNvPr>
                <p:cNvCxnSpPr/>
                <p:nvPr/>
              </p:nvCxnSpPr>
              <p:spPr>
                <a:xfrm>
                  <a:off x="0" y="587827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7" name="Straight Connector 476">
                  <a:extLst>
                    <a:ext uri="{FF2B5EF4-FFF2-40B4-BE49-F238E27FC236}">
                      <a16:creationId xmlns:a16="http://schemas.microsoft.com/office/drawing/2014/main" id="{0A11B869-E168-4FCB-8D8E-CAD61A31502C}"/>
                    </a:ext>
                  </a:extLst>
                </p:cNvPr>
                <p:cNvCxnSpPr/>
                <p:nvPr/>
              </p:nvCxnSpPr>
              <p:spPr>
                <a:xfrm>
                  <a:off x="0" y="685799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78" name="Straight Connector 477">
                  <a:extLst>
                    <a:ext uri="{FF2B5EF4-FFF2-40B4-BE49-F238E27FC236}">
                      <a16:creationId xmlns:a16="http://schemas.microsoft.com/office/drawing/2014/main" id="{637D3411-FEB4-42A4-A4E6-53C82CAF12C1}"/>
                    </a:ext>
                  </a:extLst>
                </p:cNvPr>
                <p:cNvCxnSpPr/>
                <p:nvPr/>
              </p:nvCxnSpPr>
              <p:spPr>
                <a:xfrm>
                  <a:off x="0" y="653142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grpSp>
          <p:nvGrpSpPr>
            <p:cNvPr id="397" name="Group 396">
              <a:extLst>
                <a:ext uri="{FF2B5EF4-FFF2-40B4-BE49-F238E27FC236}">
                  <a16:creationId xmlns:a16="http://schemas.microsoft.com/office/drawing/2014/main" id="{F5F0C4C6-AF74-44DA-9406-3E7AED384149}"/>
                </a:ext>
              </a:extLst>
            </p:cNvPr>
            <p:cNvGrpSpPr/>
            <p:nvPr/>
          </p:nvGrpSpPr>
          <p:grpSpPr>
            <a:xfrm>
              <a:off x="481914" y="478968"/>
              <a:ext cx="11532990" cy="5878800"/>
              <a:chOff x="329514" y="326568"/>
              <a:chExt cx="11532990" cy="5878800"/>
            </a:xfrm>
          </p:grpSpPr>
          <p:grpSp>
            <p:nvGrpSpPr>
              <p:cNvPr id="398" name="Group 397">
                <a:extLst>
                  <a:ext uri="{FF2B5EF4-FFF2-40B4-BE49-F238E27FC236}">
                    <a16:creationId xmlns:a16="http://schemas.microsoft.com/office/drawing/2014/main" id="{959629C5-B76B-49DB-8665-BCCF0700AEA9}"/>
                  </a:ext>
                </a:extLst>
              </p:cNvPr>
              <p:cNvGrpSpPr/>
              <p:nvPr/>
            </p:nvGrpSpPr>
            <p:grpSpPr>
              <a:xfrm>
                <a:off x="329514" y="326568"/>
                <a:ext cx="11532990" cy="5878800"/>
                <a:chOff x="329514" y="7659249"/>
                <a:chExt cx="11532990" cy="290284"/>
              </a:xfrm>
            </p:grpSpPr>
            <p:cxnSp>
              <p:nvCxnSpPr>
                <p:cNvPr id="419" name="Straight Connector 418">
                  <a:extLst>
                    <a:ext uri="{FF2B5EF4-FFF2-40B4-BE49-F238E27FC236}">
                      <a16:creationId xmlns:a16="http://schemas.microsoft.com/office/drawing/2014/main" id="{02A9E9C8-12EF-4FD8-B59F-AD9AFA41F250}"/>
                    </a:ext>
                  </a:extLst>
                </p:cNvPr>
                <p:cNvCxnSpPr/>
                <p:nvPr/>
              </p:nvCxnSpPr>
              <p:spPr>
                <a:xfrm>
                  <a:off x="32951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0" name="Straight Connector 419">
                  <a:extLst>
                    <a:ext uri="{FF2B5EF4-FFF2-40B4-BE49-F238E27FC236}">
                      <a16:creationId xmlns:a16="http://schemas.microsoft.com/office/drawing/2014/main" id="{89F3C64C-E468-4B31-B0E8-E457A553D7FF}"/>
                    </a:ext>
                  </a:extLst>
                </p:cNvPr>
                <p:cNvCxnSpPr/>
                <p:nvPr/>
              </p:nvCxnSpPr>
              <p:spPr>
                <a:xfrm>
                  <a:off x="98854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1" name="Straight Connector 420">
                  <a:extLst>
                    <a:ext uri="{FF2B5EF4-FFF2-40B4-BE49-F238E27FC236}">
                      <a16:creationId xmlns:a16="http://schemas.microsoft.com/office/drawing/2014/main" id="{8D3063DD-D920-4264-AC88-BA167696829E}"/>
                    </a:ext>
                  </a:extLst>
                </p:cNvPr>
                <p:cNvCxnSpPr/>
                <p:nvPr/>
              </p:nvCxnSpPr>
              <p:spPr>
                <a:xfrm>
                  <a:off x="65902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2" name="Straight Connector 421">
                  <a:extLst>
                    <a:ext uri="{FF2B5EF4-FFF2-40B4-BE49-F238E27FC236}">
                      <a16:creationId xmlns:a16="http://schemas.microsoft.com/office/drawing/2014/main" id="{D4D63840-5FEB-44F8-8D70-127D1369FFA3}"/>
                    </a:ext>
                  </a:extLst>
                </p:cNvPr>
                <p:cNvCxnSpPr/>
                <p:nvPr/>
              </p:nvCxnSpPr>
              <p:spPr>
                <a:xfrm>
                  <a:off x="164757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3" name="Straight Connector 422">
                  <a:extLst>
                    <a:ext uri="{FF2B5EF4-FFF2-40B4-BE49-F238E27FC236}">
                      <a16:creationId xmlns:a16="http://schemas.microsoft.com/office/drawing/2014/main" id="{0CBB9098-BD71-4673-A661-673C0DF5AA6F}"/>
                    </a:ext>
                  </a:extLst>
                </p:cNvPr>
                <p:cNvCxnSpPr/>
                <p:nvPr/>
              </p:nvCxnSpPr>
              <p:spPr>
                <a:xfrm>
                  <a:off x="131805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4" name="Straight Connector 423">
                  <a:extLst>
                    <a:ext uri="{FF2B5EF4-FFF2-40B4-BE49-F238E27FC236}">
                      <a16:creationId xmlns:a16="http://schemas.microsoft.com/office/drawing/2014/main" id="{AE6C7DA8-1FA1-44CA-BBB0-7D6022833D6E}"/>
                    </a:ext>
                  </a:extLst>
                </p:cNvPr>
                <p:cNvCxnSpPr/>
                <p:nvPr/>
              </p:nvCxnSpPr>
              <p:spPr>
                <a:xfrm>
                  <a:off x="230659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5" name="Straight Connector 424">
                  <a:extLst>
                    <a:ext uri="{FF2B5EF4-FFF2-40B4-BE49-F238E27FC236}">
                      <a16:creationId xmlns:a16="http://schemas.microsoft.com/office/drawing/2014/main" id="{BFC41C42-B367-483A-85C2-C14AD27777F4}"/>
                    </a:ext>
                  </a:extLst>
                </p:cNvPr>
                <p:cNvCxnSpPr/>
                <p:nvPr/>
              </p:nvCxnSpPr>
              <p:spPr>
                <a:xfrm>
                  <a:off x="197708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6" name="Straight Connector 425">
                  <a:extLst>
                    <a:ext uri="{FF2B5EF4-FFF2-40B4-BE49-F238E27FC236}">
                      <a16:creationId xmlns:a16="http://schemas.microsoft.com/office/drawing/2014/main" id="{358DD47D-7968-4930-92AC-399D6F78B6DE}"/>
                    </a:ext>
                  </a:extLst>
                </p:cNvPr>
                <p:cNvCxnSpPr/>
                <p:nvPr/>
              </p:nvCxnSpPr>
              <p:spPr>
                <a:xfrm>
                  <a:off x="296562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7" name="Straight Connector 426">
                  <a:extLst>
                    <a:ext uri="{FF2B5EF4-FFF2-40B4-BE49-F238E27FC236}">
                      <a16:creationId xmlns:a16="http://schemas.microsoft.com/office/drawing/2014/main" id="{6535C280-03E8-4C3A-AD39-C8114747A35F}"/>
                    </a:ext>
                  </a:extLst>
                </p:cNvPr>
                <p:cNvCxnSpPr/>
                <p:nvPr/>
              </p:nvCxnSpPr>
              <p:spPr>
                <a:xfrm>
                  <a:off x="263611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8" name="Straight Connector 427">
                  <a:extLst>
                    <a:ext uri="{FF2B5EF4-FFF2-40B4-BE49-F238E27FC236}">
                      <a16:creationId xmlns:a16="http://schemas.microsoft.com/office/drawing/2014/main" id="{8D3D78D7-5C2E-4798-A67C-C267B0B1D939}"/>
                    </a:ext>
                  </a:extLst>
                </p:cNvPr>
                <p:cNvCxnSpPr/>
                <p:nvPr/>
              </p:nvCxnSpPr>
              <p:spPr>
                <a:xfrm>
                  <a:off x="362465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29" name="Straight Connector 428">
                  <a:extLst>
                    <a:ext uri="{FF2B5EF4-FFF2-40B4-BE49-F238E27FC236}">
                      <a16:creationId xmlns:a16="http://schemas.microsoft.com/office/drawing/2014/main" id="{963B44B9-A70E-4BE5-9E17-9770183E6124}"/>
                    </a:ext>
                  </a:extLst>
                </p:cNvPr>
                <p:cNvCxnSpPr/>
                <p:nvPr/>
              </p:nvCxnSpPr>
              <p:spPr>
                <a:xfrm>
                  <a:off x="329514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0" name="Straight Connector 429">
                  <a:extLst>
                    <a:ext uri="{FF2B5EF4-FFF2-40B4-BE49-F238E27FC236}">
                      <a16:creationId xmlns:a16="http://schemas.microsoft.com/office/drawing/2014/main" id="{68EDB83C-0A75-4145-B5C0-C0E3F8789DFC}"/>
                    </a:ext>
                  </a:extLst>
                </p:cNvPr>
                <p:cNvCxnSpPr/>
                <p:nvPr/>
              </p:nvCxnSpPr>
              <p:spPr>
                <a:xfrm>
                  <a:off x="428368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1" name="Straight Connector 430">
                  <a:extLst>
                    <a:ext uri="{FF2B5EF4-FFF2-40B4-BE49-F238E27FC236}">
                      <a16:creationId xmlns:a16="http://schemas.microsoft.com/office/drawing/2014/main" id="{BBCC3B8A-B34D-4E0B-8347-DD64E2A84B3A}"/>
                    </a:ext>
                  </a:extLst>
                </p:cNvPr>
                <p:cNvCxnSpPr/>
                <p:nvPr/>
              </p:nvCxnSpPr>
              <p:spPr>
                <a:xfrm>
                  <a:off x="395416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2" name="Straight Connector 431">
                  <a:extLst>
                    <a:ext uri="{FF2B5EF4-FFF2-40B4-BE49-F238E27FC236}">
                      <a16:creationId xmlns:a16="http://schemas.microsoft.com/office/drawing/2014/main" id="{AAF00C96-4D66-4B1A-84AC-695270EC1949}"/>
                    </a:ext>
                  </a:extLst>
                </p:cNvPr>
                <p:cNvCxnSpPr/>
                <p:nvPr/>
              </p:nvCxnSpPr>
              <p:spPr>
                <a:xfrm>
                  <a:off x="494271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3" name="Straight Connector 432">
                  <a:extLst>
                    <a:ext uri="{FF2B5EF4-FFF2-40B4-BE49-F238E27FC236}">
                      <a16:creationId xmlns:a16="http://schemas.microsoft.com/office/drawing/2014/main" id="{68119A2B-33F4-4F0D-829E-3830B2AA19B4}"/>
                    </a:ext>
                  </a:extLst>
                </p:cNvPr>
                <p:cNvCxnSpPr/>
                <p:nvPr/>
              </p:nvCxnSpPr>
              <p:spPr>
                <a:xfrm>
                  <a:off x="461319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4" name="Straight Connector 433">
                  <a:extLst>
                    <a:ext uri="{FF2B5EF4-FFF2-40B4-BE49-F238E27FC236}">
                      <a16:creationId xmlns:a16="http://schemas.microsoft.com/office/drawing/2014/main" id="{BE044DB2-3DB7-4CAC-9CFD-9EB229E8EEFA}"/>
                    </a:ext>
                  </a:extLst>
                </p:cNvPr>
                <p:cNvCxnSpPr/>
                <p:nvPr/>
              </p:nvCxnSpPr>
              <p:spPr>
                <a:xfrm>
                  <a:off x="560173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5" name="Straight Connector 434">
                  <a:extLst>
                    <a:ext uri="{FF2B5EF4-FFF2-40B4-BE49-F238E27FC236}">
                      <a16:creationId xmlns:a16="http://schemas.microsoft.com/office/drawing/2014/main" id="{1662EB9E-F6CC-4767-B511-446BFF3310A5}"/>
                    </a:ext>
                  </a:extLst>
                </p:cNvPr>
                <p:cNvCxnSpPr/>
                <p:nvPr/>
              </p:nvCxnSpPr>
              <p:spPr>
                <a:xfrm>
                  <a:off x="527222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6" name="Straight Connector 435">
                  <a:extLst>
                    <a:ext uri="{FF2B5EF4-FFF2-40B4-BE49-F238E27FC236}">
                      <a16:creationId xmlns:a16="http://schemas.microsoft.com/office/drawing/2014/main" id="{712FC8C6-80C9-42C3-8597-F06F99307F77}"/>
                    </a:ext>
                  </a:extLst>
                </p:cNvPr>
                <p:cNvCxnSpPr/>
                <p:nvPr/>
              </p:nvCxnSpPr>
              <p:spPr>
                <a:xfrm>
                  <a:off x="626076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7" name="Straight Connector 436">
                  <a:extLst>
                    <a:ext uri="{FF2B5EF4-FFF2-40B4-BE49-F238E27FC236}">
                      <a16:creationId xmlns:a16="http://schemas.microsoft.com/office/drawing/2014/main" id="{F0B16139-98C1-4AC9-881B-46A24931F232}"/>
                    </a:ext>
                  </a:extLst>
                </p:cNvPr>
                <p:cNvCxnSpPr/>
                <p:nvPr/>
              </p:nvCxnSpPr>
              <p:spPr>
                <a:xfrm>
                  <a:off x="593125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8" name="Straight Connector 437">
                  <a:extLst>
                    <a:ext uri="{FF2B5EF4-FFF2-40B4-BE49-F238E27FC236}">
                      <a16:creationId xmlns:a16="http://schemas.microsoft.com/office/drawing/2014/main" id="{DBE2C112-6430-4C7E-A8E2-C78E2AB2EA12}"/>
                    </a:ext>
                  </a:extLst>
                </p:cNvPr>
                <p:cNvCxnSpPr/>
                <p:nvPr/>
              </p:nvCxnSpPr>
              <p:spPr>
                <a:xfrm>
                  <a:off x="691979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39" name="Straight Connector 438">
                  <a:extLst>
                    <a:ext uri="{FF2B5EF4-FFF2-40B4-BE49-F238E27FC236}">
                      <a16:creationId xmlns:a16="http://schemas.microsoft.com/office/drawing/2014/main" id="{726957DF-47ED-4D65-8800-F085ACCFE1FD}"/>
                    </a:ext>
                  </a:extLst>
                </p:cNvPr>
                <p:cNvCxnSpPr/>
                <p:nvPr/>
              </p:nvCxnSpPr>
              <p:spPr>
                <a:xfrm>
                  <a:off x="659028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0" name="Straight Connector 439">
                  <a:extLst>
                    <a:ext uri="{FF2B5EF4-FFF2-40B4-BE49-F238E27FC236}">
                      <a16:creationId xmlns:a16="http://schemas.microsoft.com/office/drawing/2014/main" id="{9F196261-542D-486A-9DF7-3BDA9086CB5E}"/>
                    </a:ext>
                  </a:extLst>
                </p:cNvPr>
                <p:cNvCxnSpPr/>
                <p:nvPr/>
              </p:nvCxnSpPr>
              <p:spPr>
                <a:xfrm>
                  <a:off x="757882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1" name="Straight Connector 440">
                  <a:extLst>
                    <a:ext uri="{FF2B5EF4-FFF2-40B4-BE49-F238E27FC236}">
                      <a16:creationId xmlns:a16="http://schemas.microsoft.com/office/drawing/2014/main" id="{36C706F6-7F4F-430A-90EC-C0DC7DCE228B}"/>
                    </a:ext>
                  </a:extLst>
                </p:cNvPr>
                <p:cNvCxnSpPr/>
                <p:nvPr/>
              </p:nvCxnSpPr>
              <p:spPr>
                <a:xfrm>
                  <a:off x="724930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2" name="Straight Connector 441">
                  <a:extLst>
                    <a:ext uri="{FF2B5EF4-FFF2-40B4-BE49-F238E27FC236}">
                      <a16:creationId xmlns:a16="http://schemas.microsoft.com/office/drawing/2014/main" id="{68683E7A-6DE0-456C-A371-DE6E051982F6}"/>
                    </a:ext>
                  </a:extLst>
                </p:cNvPr>
                <p:cNvCxnSpPr/>
                <p:nvPr/>
              </p:nvCxnSpPr>
              <p:spPr>
                <a:xfrm>
                  <a:off x="823785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3" name="Straight Connector 442">
                  <a:extLst>
                    <a:ext uri="{FF2B5EF4-FFF2-40B4-BE49-F238E27FC236}">
                      <a16:creationId xmlns:a16="http://schemas.microsoft.com/office/drawing/2014/main" id="{16C0EFE9-00B1-4B1E-B245-DCA3630F08EF}"/>
                    </a:ext>
                  </a:extLst>
                </p:cNvPr>
                <p:cNvCxnSpPr/>
                <p:nvPr/>
              </p:nvCxnSpPr>
              <p:spPr>
                <a:xfrm>
                  <a:off x="790833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4" name="Straight Connector 443">
                  <a:extLst>
                    <a:ext uri="{FF2B5EF4-FFF2-40B4-BE49-F238E27FC236}">
                      <a16:creationId xmlns:a16="http://schemas.microsoft.com/office/drawing/2014/main" id="{B9E321CF-F559-4D9F-A3B4-515E0F43B7A6}"/>
                    </a:ext>
                  </a:extLst>
                </p:cNvPr>
                <p:cNvCxnSpPr/>
                <p:nvPr/>
              </p:nvCxnSpPr>
              <p:spPr>
                <a:xfrm>
                  <a:off x="889687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5" name="Straight Connector 444">
                  <a:extLst>
                    <a:ext uri="{FF2B5EF4-FFF2-40B4-BE49-F238E27FC236}">
                      <a16:creationId xmlns:a16="http://schemas.microsoft.com/office/drawing/2014/main" id="{DA046096-6B41-4E77-B4B0-62D292EB04F7}"/>
                    </a:ext>
                  </a:extLst>
                </p:cNvPr>
                <p:cNvCxnSpPr/>
                <p:nvPr/>
              </p:nvCxnSpPr>
              <p:spPr>
                <a:xfrm>
                  <a:off x="856736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6" name="Straight Connector 445">
                  <a:extLst>
                    <a:ext uri="{FF2B5EF4-FFF2-40B4-BE49-F238E27FC236}">
                      <a16:creationId xmlns:a16="http://schemas.microsoft.com/office/drawing/2014/main" id="{C91DBEC2-AD48-44B7-99C8-BC05A0CFA508}"/>
                    </a:ext>
                  </a:extLst>
                </p:cNvPr>
                <p:cNvCxnSpPr/>
                <p:nvPr/>
              </p:nvCxnSpPr>
              <p:spPr>
                <a:xfrm>
                  <a:off x="955590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7" name="Straight Connector 446">
                  <a:extLst>
                    <a:ext uri="{FF2B5EF4-FFF2-40B4-BE49-F238E27FC236}">
                      <a16:creationId xmlns:a16="http://schemas.microsoft.com/office/drawing/2014/main" id="{F6249704-D7A1-4294-B54F-533A95218730}"/>
                    </a:ext>
                  </a:extLst>
                </p:cNvPr>
                <p:cNvCxnSpPr/>
                <p:nvPr/>
              </p:nvCxnSpPr>
              <p:spPr>
                <a:xfrm>
                  <a:off x="922639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8" name="Straight Connector 447">
                  <a:extLst>
                    <a:ext uri="{FF2B5EF4-FFF2-40B4-BE49-F238E27FC236}">
                      <a16:creationId xmlns:a16="http://schemas.microsoft.com/office/drawing/2014/main" id="{31248934-071C-42C7-B4CE-819AE60C2A10}"/>
                    </a:ext>
                  </a:extLst>
                </p:cNvPr>
                <p:cNvCxnSpPr/>
                <p:nvPr/>
              </p:nvCxnSpPr>
              <p:spPr>
                <a:xfrm>
                  <a:off x="1021493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49" name="Straight Connector 448">
                  <a:extLst>
                    <a:ext uri="{FF2B5EF4-FFF2-40B4-BE49-F238E27FC236}">
                      <a16:creationId xmlns:a16="http://schemas.microsoft.com/office/drawing/2014/main" id="{0992A428-8766-42AD-A492-CCEF2552BFE8}"/>
                    </a:ext>
                  </a:extLst>
                </p:cNvPr>
                <p:cNvCxnSpPr/>
                <p:nvPr/>
              </p:nvCxnSpPr>
              <p:spPr>
                <a:xfrm>
                  <a:off x="988542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0" name="Straight Connector 449">
                  <a:extLst>
                    <a:ext uri="{FF2B5EF4-FFF2-40B4-BE49-F238E27FC236}">
                      <a16:creationId xmlns:a16="http://schemas.microsoft.com/office/drawing/2014/main" id="{A14CF3FB-E5AB-44B9-B5ED-D8A18177C53D}"/>
                    </a:ext>
                  </a:extLst>
                </p:cNvPr>
                <p:cNvCxnSpPr/>
                <p:nvPr/>
              </p:nvCxnSpPr>
              <p:spPr>
                <a:xfrm>
                  <a:off x="10873962"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1" name="Straight Connector 450">
                  <a:extLst>
                    <a:ext uri="{FF2B5EF4-FFF2-40B4-BE49-F238E27FC236}">
                      <a16:creationId xmlns:a16="http://schemas.microsoft.com/office/drawing/2014/main" id="{4DAF4BB5-AE87-4E23-89D7-5217AE443338}"/>
                    </a:ext>
                  </a:extLst>
                </p:cNvPr>
                <p:cNvCxnSpPr/>
                <p:nvPr/>
              </p:nvCxnSpPr>
              <p:spPr>
                <a:xfrm>
                  <a:off x="10544448"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2" name="Straight Connector 451">
                  <a:extLst>
                    <a:ext uri="{FF2B5EF4-FFF2-40B4-BE49-F238E27FC236}">
                      <a16:creationId xmlns:a16="http://schemas.microsoft.com/office/drawing/2014/main" id="{A042475F-8DDF-4B12-89F2-CAE2752D1D86}"/>
                    </a:ext>
                  </a:extLst>
                </p:cNvPr>
                <p:cNvCxnSpPr/>
                <p:nvPr/>
              </p:nvCxnSpPr>
              <p:spPr>
                <a:xfrm>
                  <a:off x="11532990"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3" name="Straight Connector 452">
                  <a:extLst>
                    <a:ext uri="{FF2B5EF4-FFF2-40B4-BE49-F238E27FC236}">
                      <a16:creationId xmlns:a16="http://schemas.microsoft.com/office/drawing/2014/main" id="{F64BE6EB-ED6F-4DBE-9783-C84E6F7865A4}"/>
                    </a:ext>
                  </a:extLst>
                </p:cNvPr>
                <p:cNvCxnSpPr/>
                <p:nvPr/>
              </p:nvCxnSpPr>
              <p:spPr>
                <a:xfrm>
                  <a:off x="11203476"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54" name="Straight Connector 453">
                  <a:extLst>
                    <a:ext uri="{FF2B5EF4-FFF2-40B4-BE49-F238E27FC236}">
                      <a16:creationId xmlns:a16="http://schemas.microsoft.com/office/drawing/2014/main" id="{08B729EE-88A3-48DB-BD13-99712E7729A5}"/>
                    </a:ext>
                  </a:extLst>
                </p:cNvPr>
                <p:cNvCxnSpPr/>
                <p:nvPr/>
              </p:nvCxnSpPr>
              <p:spPr>
                <a:xfrm>
                  <a:off x="11862504" y="7659249"/>
                  <a:ext cx="0" cy="290284"/>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nvGrpSpPr>
              <p:cNvPr id="399" name="Group 398">
                <a:extLst>
                  <a:ext uri="{FF2B5EF4-FFF2-40B4-BE49-F238E27FC236}">
                    <a16:creationId xmlns:a16="http://schemas.microsoft.com/office/drawing/2014/main" id="{65C56642-1A38-44FE-A60F-896552CF671B}"/>
                  </a:ext>
                </a:extLst>
              </p:cNvPr>
              <p:cNvGrpSpPr/>
              <p:nvPr/>
            </p:nvGrpSpPr>
            <p:grpSpPr>
              <a:xfrm>
                <a:off x="329514" y="326571"/>
                <a:ext cx="11532972" cy="5878278"/>
                <a:chOff x="0" y="326571"/>
                <a:chExt cx="290286" cy="5878278"/>
              </a:xfrm>
            </p:grpSpPr>
            <p:cxnSp>
              <p:nvCxnSpPr>
                <p:cNvPr id="400" name="Straight Connector 399">
                  <a:extLst>
                    <a:ext uri="{FF2B5EF4-FFF2-40B4-BE49-F238E27FC236}">
                      <a16:creationId xmlns:a16="http://schemas.microsoft.com/office/drawing/2014/main" id="{2C9C3606-2AE4-4321-B0EC-ECF90B13BD0A}"/>
                    </a:ext>
                  </a:extLst>
                </p:cNvPr>
                <p:cNvCxnSpPr/>
                <p:nvPr/>
              </p:nvCxnSpPr>
              <p:spPr>
                <a:xfrm>
                  <a:off x="0" y="32657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1" name="Straight Connector 400">
                  <a:extLst>
                    <a:ext uri="{FF2B5EF4-FFF2-40B4-BE49-F238E27FC236}">
                      <a16:creationId xmlns:a16="http://schemas.microsoft.com/office/drawing/2014/main" id="{1A873C48-9220-4A4F-BC71-7CFC8A5B3C11}"/>
                    </a:ext>
                  </a:extLst>
                </p:cNvPr>
                <p:cNvCxnSpPr/>
                <p:nvPr/>
              </p:nvCxnSpPr>
              <p:spPr>
                <a:xfrm>
                  <a:off x="0" y="97971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2" name="Straight Connector 401">
                  <a:extLst>
                    <a:ext uri="{FF2B5EF4-FFF2-40B4-BE49-F238E27FC236}">
                      <a16:creationId xmlns:a16="http://schemas.microsoft.com/office/drawing/2014/main" id="{D207E6F9-7395-41EB-81D5-45C05DBAA4B9}"/>
                    </a:ext>
                  </a:extLst>
                </p:cNvPr>
                <p:cNvCxnSpPr/>
                <p:nvPr/>
              </p:nvCxnSpPr>
              <p:spPr>
                <a:xfrm>
                  <a:off x="0" y="65314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3" name="Straight Connector 402">
                  <a:extLst>
                    <a:ext uri="{FF2B5EF4-FFF2-40B4-BE49-F238E27FC236}">
                      <a16:creationId xmlns:a16="http://schemas.microsoft.com/office/drawing/2014/main" id="{C8E4AA01-8939-4597-9530-FF1CC87186F9}"/>
                    </a:ext>
                  </a:extLst>
                </p:cNvPr>
                <p:cNvCxnSpPr/>
                <p:nvPr/>
              </p:nvCxnSpPr>
              <p:spPr>
                <a:xfrm>
                  <a:off x="0" y="163285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4" name="Straight Connector 403">
                  <a:extLst>
                    <a:ext uri="{FF2B5EF4-FFF2-40B4-BE49-F238E27FC236}">
                      <a16:creationId xmlns:a16="http://schemas.microsoft.com/office/drawing/2014/main" id="{188F81DE-648D-4C43-BD3E-66EEAE3DD217}"/>
                    </a:ext>
                  </a:extLst>
                </p:cNvPr>
                <p:cNvCxnSpPr/>
                <p:nvPr/>
              </p:nvCxnSpPr>
              <p:spPr>
                <a:xfrm>
                  <a:off x="0" y="130628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5" name="Straight Connector 404">
                  <a:extLst>
                    <a:ext uri="{FF2B5EF4-FFF2-40B4-BE49-F238E27FC236}">
                      <a16:creationId xmlns:a16="http://schemas.microsoft.com/office/drawing/2014/main" id="{7579E8F3-5233-418C-AEC5-F75DC38ACDEF}"/>
                    </a:ext>
                  </a:extLst>
                </p:cNvPr>
                <p:cNvCxnSpPr/>
                <p:nvPr/>
              </p:nvCxnSpPr>
              <p:spPr>
                <a:xfrm>
                  <a:off x="0" y="228599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6" name="Straight Connector 405">
                  <a:extLst>
                    <a:ext uri="{FF2B5EF4-FFF2-40B4-BE49-F238E27FC236}">
                      <a16:creationId xmlns:a16="http://schemas.microsoft.com/office/drawing/2014/main" id="{8AF5C722-A59C-4548-A78C-2345421CFC5B}"/>
                    </a:ext>
                  </a:extLst>
                </p:cNvPr>
                <p:cNvCxnSpPr/>
                <p:nvPr/>
              </p:nvCxnSpPr>
              <p:spPr>
                <a:xfrm>
                  <a:off x="0" y="195942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7" name="Straight Connector 406">
                  <a:extLst>
                    <a:ext uri="{FF2B5EF4-FFF2-40B4-BE49-F238E27FC236}">
                      <a16:creationId xmlns:a16="http://schemas.microsoft.com/office/drawing/2014/main" id="{FF13D5CD-6DDC-4084-B2C7-FDF30A5CFA7D}"/>
                    </a:ext>
                  </a:extLst>
                </p:cNvPr>
                <p:cNvCxnSpPr/>
                <p:nvPr/>
              </p:nvCxnSpPr>
              <p:spPr>
                <a:xfrm>
                  <a:off x="0" y="293913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8" name="Straight Connector 407">
                  <a:extLst>
                    <a:ext uri="{FF2B5EF4-FFF2-40B4-BE49-F238E27FC236}">
                      <a16:creationId xmlns:a16="http://schemas.microsoft.com/office/drawing/2014/main" id="{D7BC1EF2-4039-47AD-BD61-3AB0165C5F48}"/>
                    </a:ext>
                  </a:extLst>
                </p:cNvPr>
                <p:cNvCxnSpPr/>
                <p:nvPr/>
              </p:nvCxnSpPr>
              <p:spPr>
                <a:xfrm>
                  <a:off x="0" y="261256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09" name="Straight Connector 408">
                  <a:extLst>
                    <a:ext uri="{FF2B5EF4-FFF2-40B4-BE49-F238E27FC236}">
                      <a16:creationId xmlns:a16="http://schemas.microsoft.com/office/drawing/2014/main" id="{449BF3C1-748F-448A-BD0C-09206B9E5160}"/>
                    </a:ext>
                  </a:extLst>
                </p:cNvPr>
                <p:cNvCxnSpPr/>
                <p:nvPr/>
              </p:nvCxnSpPr>
              <p:spPr>
                <a:xfrm>
                  <a:off x="0" y="3592281"/>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0" name="Straight Connector 409">
                  <a:extLst>
                    <a:ext uri="{FF2B5EF4-FFF2-40B4-BE49-F238E27FC236}">
                      <a16:creationId xmlns:a16="http://schemas.microsoft.com/office/drawing/2014/main" id="{C2D8A61B-9F96-4CCA-8C5F-F2946CB4AC21}"/>
                    </a:ext>
                  </a:extLst>
                </p:cNvPr>
                <p:cNvCxnSpPr/>
                <p:nvPr/>
              </p:nvCxnSpPr>
              <p:spPr>
                <a:xfrm>
                  <a:off x="0" y="3265710"/>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1" name="Straight Connector 410">
                  <a:extLst>
                    <a:ext uri="{FF2B5EF4-FFF2-40B4-BE49-F238E27FC236}">
                      <a16:creationId xmlns:a16="http://schemas.microsoft.com/office/drawing/2014/main" id="{43AA27A5-2ECA-4563-853C-8E000E0E219D}"/>
                    </a:ext>
                  </a:extLst>
                </p:cNvPr>
                <p:cNvCxnSpPr/>
                <p:nvPr/>
              </p:nvCxnSpPr>
              <p:spPr>
                <a:xfrm>
                  <a:off x="0" y="4245423"/>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2" name="Straight Connector 411">
                  <a:extLst>
                    <a:ext uri="{FF2B5EF4-FFF2-40B4-BE49-F238E27FC236}">
                      <a16:creationId xmlns:a16="http://schemas.microsoft.com/office/drawing/2014/main" id="{FE237B36-493C-4D63-AE3D-2895039F2098}"/>
                    </a:ext>
                  </a:extLst>
                </p:cNvPr>
                <p:cNvCxnSpPr/>
                <p:nvPr/>
              </p:nvCxnSpPr>
              <p:spPr>
                <a:xfrm>
                  <a:off x="0" y="3918852"/>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3" name="Straight Connector 412">
                  <a:extLst>
                    <a:ext uri="{FF2B5EF4-FFF2-40B4-BE49-F238E27FC236}">
                      <a16:creationId xmlns:a16="http://schemas.microsoft.com/office/drawing/2014/main" id="{C61F7156-CFDC-453A-8600-BFB0308C1EED}"/>
                    </a:ext>
                  </a:extLst>
                </p:cNvPr>
                <p:cNvCxnSpPr/>
                <p:nvPr/>
              </p:nvCxnSpPr>
              <p:spPr>
                <a:xfrm>
                  <a:off x="0" y="4898565"/>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4" name="Straight Connector 413">
                  <a:extLst>
                    <a:ext uri="{FF2B5EF4-FFF2-40B4-BE49-F238E27FC236}">
                      <a16:creationId xmlns:a16="http://schemas.microsoft.com/office/drawing/2014/main" id="{D5D9B0D5-F782-4988-A201-54C8A8781601}"/>
                    </a:ext>
                  </a:extLst>
                </p:cNvPr>
                <p:cNvCxnSpPr/>
                <p:nvPr/>
              </p:nvCxnSpPr>
              <p:spPr>
                <a:xfrm>
                  <a:off x="0" y="4571994"/>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5" name="Straight Connector 414">
                  <a:extLst>
                    <a:ext uri="{FF2B5EF4-FFF2-40B4-BE49-F238E27FC236}">
                      <a16:creationId xmlns:a16="http://schemas.microsoft.com/office/drawing/2014/main" id="{7E95871F-98D2-45D8-839E-862CC3E19F06}"/>
                    </a:ext>
                  </a:extLst>
                </p:cNvPr>
                <p:cNvCxnSpPr/>
                <p:nvPr/>
              </p:nvCxnSpPr>
              <p:spPr>
                <a:xfrm>
                  <a:off x="0" y="6204849"/>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6" name="Straight Connector 415">
                  <a:extLst>
                    <a:ext uri="{FF2B5EF4-FFF2-40B4-BE49-F238E27FC236}">
                      <a16:creationId xmlns:a16="http://schemas.microsoft.com/office/drawing/2014/main" id="{9D3F01A2-DF4E-477F-ADD3-45C5320AC6AA}"/>
                    </a:ext>
                  </a:extLst>
                </p:cNvPr>
                <p:cNvCxnSpPr/>
                <p:nvPr/>
              </p:nvCxnSpPr>
              <p:spPr>
                <a:xfrm>
                  <a:off x="0" y="5225136"/>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7" name="Straight Connector 416">
                  <a:extLst>
                    <a:ext uri="{FF2B5EF4-FFF2-40B4-BE49-F238E27FC236}">
                      <a16:creationId xmlns:a16="http://schemas.microsoft.com/office/drawing/2014/main" id="{BCEFF40D-D627-4E9B-A0F1-99E0118F85CD}"/>
                    </a:ext>
                  </a:extLst>
                </p:cNvPr>
                <p:cNvCxnSpPr/>
                <p:nvPr/>
              </p:nvCxnSpPr>
              <p:spPr>
                <a:xfrm>
                  <a:off x="0" y="5551707"/>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cxnSp>
              <p:nvCxnSpPr>
                <p:cNvPr id="418" name="Straight Connector 417">
                  <a:extLst>
                    <a:ext uri="{FF2B5EF4-FFF2-40B4-BE49-F238E27FC236}">
                      <a16:creationId xmlns:a16="http://schemas.microsoft.com/office/drawing/2014/main" id="{D3DF13EE-50B3-421B-869D-C83D8FBFFBAE}"/>
                    </a:ext>
                  </a:extLst>
                </p:cNvPr>
                <p:cNvCxnSpPr/>
                <p:nvPr/>
              </p:nvCxnSpPr>
              <p:spPr>
                <a:xfrm>
                  <a:off x="0" y="5878278"/>
                  <a:ext cx="290286" cy="0"/>
                </a:xfrm>
                <a:prstGeom prst="line">
                  <a:avLst/>
                </a:prstGeom>
                <a:ln w="6350">
                  <a:solidFill>
                    <a:srgbClr val="DBDBDB">
                      <a:alpha val="20000"/>
                    </a:srgbClr>
                  </a:solidFill>
                </a:ln>
              </p:spPr>
              <p:style>
                <a:lnRef idx="1">
                  <a:schemeClr val="accent1"/>
                </a:lnRef>
                <a:fillRef idx="0">
                  <a:schemeClr val="accent1"/>
                </a:fillRef>
                <a:effectRef idx="0">
                  <a:schemeClr val="accent1"/>
                </a:effectRef>
                <a:fontRef idx="minor">
                  <a:schemeClr val="tx1"/>
                </a:fontRef>
              </p:style>
            </p:cxnSp>
          </p:grpSp>
        </p:grpSp>
      </p:grpSp>
      <p:grpSp>
        <p:nvGrpSpPr>
          <p:cNvPr id="30" name="Master Grid Edge">
            <a:extLst>
              <a:ext uri="{FF2B5EF4-FFF2-40B4-BE49-F238E27FC236}">
                <a16:creationId xmlns:a16="http://schemas.microsoft.com/office/drawing/2014/main" id="{41418BFA-A91B-4B61-9FA9-3B2768EF5BB6}"/>
              </a:ext>
            </a:extLst>
          </p:cNvPr>
          <p:cNvGrpSpPr/>
          <p:nvPr userDrawn="1"/>
        </p:nvGrpSpPr>
        <p:grpSpPr>
          <a:xfrm>
            <a:off x="-435429" y="-435426"/>
            <a:ext cx="13043121" cy="7728852"/>
            <a:chOff x="-435429" y="-435426"/>
            <a:chExt cx="13043121" cy="7728852"/>
          </a:xfrm>
        </p:grpSpPr>
        <p:grpSp>
          <p:nvGrpSpPr>
            <p:cNvPr id="28" name="Group 27">
              <a:extLst>
                <a:ext uri="{FF2B5EF4-FFF2-40B4-BE49-F238E27FC236}">
                  <a16:creationId xmlns:a16="http://schemas.microsoft.com/office/drawing/2014/main" id="{D6427D9B-3B8B-4C38-9C39-5EF7E502DBA0}"/>
                </a:ext>
              </a:extLst>
            </p:cNvPr>
            <p:cNvGrpSpPr/>
            <p:nvPr userDrawn="1"/>
          </p:nvGrpSpPr>
          <p:grpSpPr>
            <a:xfrm>
              <a:off x="-435429" y="-435426"/>
              <a:ext cx="13043121" cy="7728852"/>
              <a:chOff x="-435429" y="-435426"/>
              <a:chExt cx="13043121" cy="7728852"/>
            </a:xfrm>
          </p:grpSpPr>
          <p:cxnSp>
            <p:nvCxnSpPr>
              <p:cNvPr id="1372" name="Straight Connector 1371">
                <a:extLst>
                  <a:ext uri="{FF2B5EF4-FFF2-40B4-BE49-F238E27FC236}">
                    <a16:creationId xmlns:a16="http://schemas.microsoft.com/office/drawing/2014/main" id="{0D48C6F6-C67A-4B0B-B83C-83FFE41B7A91}"/>
                  </a:ext>
                </a:extLst>
              </p:cNvPr>
              <p:cNvCxnSpPr/>
              <p:nvPr userDrawn="1"/>
            </p:nvCxnSpPr>
            <p:spPr>
              <a:xfrm>
                <a:off x="-435429" y="48985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3" name="Straight Connector 1372">
                <a:extLst>
                  <a:ext uri="{FF2B5EF4-FFF2-40B4-BE49-F238E27FC236}">
                    <a16:creationId xmlns:a16="http://schemas.microsoft.com/office/drawing/2014/main" id="{8FE3C9B7-A179-4ABC-9EFA-E64C716A22AA}"/>
                  </a:ext>
                </a:extLst>
              </p:cNvPr>
              <p:cNvCxnSpPr/>
              <p:nvPr userDrawn="1"/>
            </p:nvCxnSpPr>
            <p:spPr>
              <a:xfrm>
                <a:off x="-435429" y="3265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4" name="Straight Connector 1373">
                <a:extLst>
                  <a:ext uri="{FF2B5EF4-FFF2-40B4-BE49-F238E27FC236}">
                    <a16:creationId xmlns:a16="http://schemas.microsoft.com/office/drawing/2014/main" id="{E2A92BC7-4BD2-46A9-8859-77DBDB17E323}"/>
                  </a:ext>
                </a:extLst>
              </p:cNvPr>
              <p:cNvCxnSpPr/>
              <p:nvPr userDrawn="1"/>
            </p:nvCxnSpPr>
            <p:spPr>
              <a:xfrm>
                <a:off x="-435429" y="81642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5" name="Straight Connector 1374">
                <a:extLst>
                  <a:ext uri="{FF2B5EF4-FFF2-40B4-BE49-F238E27FC236}">
                    <a16:creationId xmlns:a16="http://schemas.microsoft.com/office/drawing/2014/main" id="{4CA4EEE7-B75B-49B7-8459-BDC1C0DC2F21}"/>
                  </a:ext>
                </a:extLst>
              </p:cNvPr>
              <p:cNvCxnSpPr/>
              <p:nvPr userDrawn="1"/>
            </p:nvCxnSpPr>
            <p:spPr>
              <a:xfrm>
                <a:off x="-435429" y="6531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6" name="Straight Connector 1375">
                <a:extLst>
                  <a:ext uri="{FF2B5EF4-FFF2-40B4-BE49-F238E27FC236}">
                    <a16:creationId xmlns:a16="http://schemas.microsoft.com/office/drawing/2014/main" id="{5115D53E-92C1-4E8B-A0DC-15EA4127FA95}"/>
                  </a:ext>
                </a:extLst>
              </p:cNvPr>
              <p:cNvCxnSpPr/>
              <p:nvPr userDrawn="1"/>
            </p:nvCxnSpPr>
            <p:spPr>
              <a:xfrm>
                <a:off x="-435429" y="114299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7" name="Straight Connector 1376">
                <a:extLst>
                  <a:ext uri="{FF2B5EF4-FFF2-40B4-BE49-F238E27FC236}">
                    <a16:creationId xmlns:a16="http://schemas.microsoft.com/office/drawing/2014/main" id="{A93C7B30-888B-4742-88C6-ECD3AB574BE0}"/>
                  </a:ext>
                </a:extLst>
              </p:cNvPr>
              <p:cNvCxnSpPr/>
              <p:nvPr userDrawn="1"/>
            </p:nvCxnSpPr>
            <p:spPr>
              <a:xfrm>
                <a:off x="-435429" y="9797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8" name="Straight Connector 1377">
                <a:extLst>
                  <a:ext uri="{FF2B5EF4-FFF2-40B4-BE49-F238E27FC236}">
                    <a16:creationId xmlns:a16="http://schemas.microsoft.com/office/drawing/2014/main" id="{3C9085B0-4123-496B-8745-1EC1EE0DB992}"/>
                  </a:ext>
                </a:extLst>
              </p:cNvPr>
              <p:cNvCxnSpPr/>
              <p:nvPr userDrawn="1"/>
            </p:nvCxnSpPr>
            <p:spPr>
              <a:xfrm>
                <a:off x="-435429" y="146956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79" name="Straight Connector 1378">
                <a:extLst>
                  <a:ext uri="{FF2B5EF4-FFF2-40B4-BE49-F238E27FC236}">
                    <a16:creationId xmlns:a16="http://schemas.microsoft.com/office/drawing/2014/main" id="{CAD4C804-2FB1-454C-B59B-07C4CF426D47}"/>
                  </a:ext>
                </a:extLst>
              </p:cNvPr>
              <p:cNvCxnSpPr/>
              <p:nvPr userDrawn="1"/>
            </p:nvCxnSpPr>
            <p:spPr>
              <a:xfrm>
                <a:off x="-435429" y="13062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0" name="Straight Connector 1379">
                <a:extLst>
                  <a:ext uri="{FF2B5EF4-FFF2-40B4-BE49-F238E27FC236}">
                    <a16:creationId xmlns:a16="http://schemas.microsoft.com/office/drawing/2014/main" id="{3D11F836-0FE4-4E95-96CE-104A2D76FE2B}"/>
                  </a:ext>
                </a:extLst>
              </p:cNvPr>
              <p:cNvCxnSpPr/>
              <p:nvPr userDrawn="1"/>
            </p:nvCxnSpPr>
            <p:spPr>
              <a:xfrm>
                <a:off x="-435429" y="179613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1" name="Straight Connector 1380">
                <a:extLst>
                  <a:ext uri="{FF2B5EF4-FFF2-40B4-BE49-F238E27FC236}">
                    <a16:creationId xmlns:a16="http://schemas.microsoft.com/office/drawing/2014/main" id="{C6967465-01D9-4715-8A57-A31C9DF8260F}"/>
                  </a:ext>
                </a:extLst>
              </p:cNvPr>
              <p:cNvCxnSpPr/>
              <p:nvPr userDrawn="1"/>
            </p:nvCxnSpPr>
            <p:spPr>
              <a:xfrm>
                <a:off x="-435429" y="16328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2" name="Straight Connector 1381">
                <a:extLst>
                  <a:ext uri="{FF2B5EF4-FFF2-40B4-BE49-F238E27FC236}">
                    <a16:creationId xmlns:a16="http://schemas.microsoft.com/office/drawing/2014/main" id="{3DDC8228-B10D-4D8E-9206-B28493C02FA0}"/>
                  </a:ext>
                </a:extLst>
              </p:cNvPr>
              <p:cNvCxnSpPr/>
              <p:nvPr userDrawn="1"/>
            </p:nvCxnSpPr>
            <p:spPr>
              <a:xfrm>
                <a:off x="-435429" y="212270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3" name="Straight Connector 1382">
                <a:extLst>
                  <a:ext uri="{FF2B5EF4-FFF2-40B4-BE49-F238E27FC236}">
                    <a16:creationId xmlns:a16="http://schemas.microsoft.com/office/drawing/2014/main" id="{DC26D17E-F53E-47FE-841D-E40C315D6D8B}"/>
                  </a:ext>
                </a:extLst>
              </p:cNvPr>
              <p:cNvCxnSpPr/>
              <p:nvPr userDrawn="1"/>
            </p:nvCxnSpPr>
            <p:spPr>
              <a:xfrm>
                <a:off x="-435429" y="195942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4" name="Straight Connector 1383">
                <a:extLst>
                  <a:ext uri="{FF2B5EF4-FFF2-40B4-BE49-F238E27FC236}">
                    <a16:creationId xmlns:a16="http://schemas.microsoft.com/office/drawing/2014/main" id="{B73DA299-4D72-49FC-BE54-93714874307A}"/>
                  </a:ext>
                </a:extLst>
              </p:cNvPr>
              <p:cNvCxnSpPr/>
              <p:nvPr userDrawn="1"/>
            </p:nvCxnSpPr>
            <p:spPr>
              <a:xfrm>
                <a:off x="-435429" y="244928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5" name="Straight Connector 1384">
                <a:extLst>
                  <a:ext uri="{FF2B5EF4-FFF2-40B4-BE49-F238E27FC236}">
                    <a16:creationId xmlns:a16="http://schemas.microsoft.com/office/drawing/2014/main" id="{17920ECC-BC43-4AF0-B255-2BA40C6F6CD7}"/>
                  </a:ext>
                </a:extLst>
              </p:cNvPr>
              <p:cNvCxnSpPr/>
              <p:nvPr userDrawn="1"/>
            </p:nvCxnSpPr>
            <p:spPr>
              <a:xfrm>
                <a:off x="-435429" y="228599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6" name="Straight Connector 1385">
                <a:extLst>
                  <a:ext uri="{FF2B5EF4-FFF2-40B4-BE49-F238E27FC236}">
                    <a16:creationId xmlns:a16="http://schemas.microsoft.com/office/drawing/2014/main" id="{8FB481FB-0292-4FCA-8B3E-12A62FCFEF1D}"/>
                  </a:ext>
                </a:extLst>
              </p:cNvPr>
              <p:cNvCxnSpPr/>
              <p:nvPr userDrawn="1"/>
            </p:nvCxnSpPr>
            <p:spPr>
              <a:xfrm>
                <a:off x="-435429" y="277585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7" name="Straight Connector 1386">
                <a:extLst>
                  <a:ext uri="{FF2B5EF4-FFF2-40B4-BE49-F238E27FC236}">
                    <a16:creationId xmlns:a16="http://schemas.microsoft.com/office/drawing/2014/main" id="{D703CB35-60BE-4D86-8215-CE6E2C378AB7}"/>
                  </a:ext>
                </a:extLst>
              </p:cNvPr>
              <p:cNvCxnSpPr/>
              <p:nvPr userDrawn="1"/>
            </p:nvCxnSpPr>
            <p:spPr>
              <a:xfrm>
                <a:off x="-435429" y="261256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8" name="Straight Connector 1387">
                <a:extLst>
                  <a:ext uri="{FF2B5EF4-FFF2-40B4-BE49-F238E27FC236}">
                    <a16:creationId xmlns:a16="http://schemas.microsoft.com/office/drawing/2014/main" id="{95ED6DEF-8382-41F0-BA34-D1990921C17C}"/>
                  </a:ext>
                </a:extLst>
              </p:cNvPr>
              <p:cNvCxnSpPr/>
              <p:nvPr userDrawn="1"/>
            </p:nvCxnSpPr>
            <p:spPr>
              <a:xfrm>
                <a:off x="-435429" y="310242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89" name="Straight Connector 1388">
                <a:extLst>
                  <a:ext uri="{FF2B5EF4-FFF2-40B4-BE49-F238E27FC236}">
                    <a16:creationId xmlns:a16="http://schemas.microsoft.com/office/drawing/2014/main" id="{6C27E6DB-0F15-4E2D-8E21-C678DBB75C0B}"/>
                  </a:ext>
                </a:extLst>
              </p:cNvPr>
              <p:cNvCxnSpPr/>
              <p:nvPr userDrawn="1"/>
            </p:nvCxnSpPr>
            <p:spPr>
              <a:xfrm>
                <a:off x="-435429" y="293913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0" name="Straight Connector 1389">
                <a:extLst>
                  <a:ext uri="{FF2B5EF4-FFF2-40B4-BE49-F238E27FC236}">
                    <a16:creationId xmlns:a16="http://schemas.microsoft.com/office/drawing/2014/main" id="{BF769C77-89F5-4BBE-A43F-8B11A5BDFDFA}"/>
                  </a:ext>
                </a:extLst>
              </p:cNvPr>
              <p:cNvCxnSpPr/>
              <p:nvPr userDrawn="1"/>
            </p:nvCxnSpPr>
            <p:spPr>
              <a:xfrm>
                <a:off x="-435429" y="342899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1" name="Straight Connector 1390">
                <a:extLst>
                  <a:ext uri="{FF2B5EF4-FFF2-40B4-BE49-F238E27FC236}">
                    <a16:creationId xmlns:a16="http://schemas.microsoft.com/office/drawing/2014/main" id="{DF5C9025-ECF3-4784-8CA7-922D9F05A0E5}"/>
                  </a:ext>
                </a:extLst>
              </p:cNvPr>
              <p:cNvCxnSpPr/>
              <p:nvPr userDrawn="1"/>
            </p:nvCxnSpPr>
            <p:spPr>
              <a:xfrm>
                <a:off x="-435429" y="326570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2" name="Straight Connector 1391">
                <a:extLst>
                  <a:ext uri="{FF2B5EF4-FFF2-40B4-BE49-F238E27FC236}">
                    <a16:creationId xmlns:a16="http://schemas.microsoft.com/office/drawing/2014/main" id="{64CCA04E-0AAB-486A-86C5-306D99AF5676}"/>
                  </a:ext>
                </a:extLst>
              </p:cNvPr>
              <p:cNvCxnSpPr/>
              <p:nvPr userDrawn="1"/>
            </p:nvCxnSpPr>
            <p:spPr>
              <a:xfrm>
                <a:off x="-435429" y="375556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393" name="Straight Connector 1392">
                <a:extLst>
                  <a:ext uri="{FF2B5EF4-FFF2-40B4-BE49-F238E27FC236}">
                    <a16:creationId xmlns:a16="http://schemas.microsoft.com/office/drawing/2014/main" id="{210C58CF-20D4-4750-88FB-AC86507F47CA}"/>
                  </a:ext>
                </a:extLst>
              </p:cNvPr>
              <p:cNvCxnSpPr/>
              <p:nvPr userDrawn="1"/>
            </p:nvCxnSpPr>
            <p:spPr>
              <a:xfrm>
                <a:off x="-435429" y="359227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39" name="Straight Connector 1438">
                <a:extLst>
                  <a:ext uri="{FF2B5EF4-FFF2-40B4-BE49-F238E27FC236}">
                    <a16:creationId xmlns:a16="http://schemas.microsoft.com/office/drawing/2014/main" id="{EB1C2386-EBDC-4313-AD95-BC1EA3B00D44}"/>
                  </a:ext>
                </a:extLst>
              </p:cNvPr>
              <p:cNvCxnSpPr/>
              <p:nvPr userDrawn="1"/>
            </p:nvCxnSpPr>
            <p:spPr>
              <a:xfrm>
                <a:off x="-435429" y="408175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0" name="Straight Connector 1439">
                <a:extLst>
                  <a:ext uri="{FF2B5EF4-FFF2-40B4-BE49-F238E27FC236}">
                    <a16:creationId xmlns:a16="http://schemas.microsoft.com/office/drawing/2014/main" id="{2545E5FF-62E2-46A7-8308-13410B2A9EA3}"/>
                  </a:ext>
                </a:extLst>
              </p:cNvPr>
              <p:cNvCxnSpPr/>
              <p:nvPr userDrawn="1"/>
            </p:nvCxnSpPr>
            <p:spPr>
              <a:xfrm>
                <a:off x="-435429" y="391846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1" name="Straight Connector 1440">
                <a:extLst>
                  <a:ext uri="{FF2B5EF4-FFF2-40B4-BE49-F238E27FC236}">
                    <a16:creationId xmlns:a16="http://schemas.microsoft.com/office/drawing/2014/main" id="{7C5E659C-ED93-4A42-B7A2-7AF650A2AD91}"/>
                  </a:ext>
                </a:extLst>
              </p:cNvPr>
              <p:cNvCxnSpPr/>
              <p:nvPr userDrawn="1"/>
            </p:nvCxnSpPr>
            <p:spPr>
              <a:xfrm>
                <a:off x="-435429" y="440832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2" name="Straight Connector 1441">
                <a:extLst>
                  <a:ext uri="{FF2B5EF4-FFF2-40B4-BE49-F238E27FC236}">
                    <a16:creationId xmlns:a16="http://schemas.microsoft.com/office/drawing/2014/main" id="{29953017-3E4A-4B60-8EB9-F4E96C8A8677}"/>
                  </a:ext>
                </a:extLst>
              </p:cNvPr>
              <p:cNvCxnSpPr/>
              <p:nvPr userDrawn="1"/>
            </p:nvCxnSpPr>
            <p:spPr>
              <a:xfrm>
                <a:off x="-435429" y="424504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3" name="Straight Connector 1442">
                <a:extLst>
                  <a:ext uri="{FF2B5EF4-FFF2-40B4-BE49-F238E27FC236}">
                    <a16:creationId xmlns:a16="http://schemas.microsoft.com/office/drawing/2014/main" id="{D21B177D-3A5E-41D0-A723-CC1E031D6DAC}"/>
                  </a:ext>
                </a:extLst>
              </p:cNvPr>
              <p:cNvCxnSpPr/>
              <p:nvPr userDrawn="1"/>
            </p:nvCxnSpPr>
            <p:spPr>
              <a:xfrm>
                <a:off x="-435429" y="473489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4" name="Straight Connector 1443">
                <a:extLst>
                  <a:ext uri="{FF2B5EF4-FFF2-40B4-BE49-F238E27FC236}">
                    <a16:creationId xmlns:a16="http://schemas.microsoft.com/office/drawing/2014/main" id="{F1187375-C4BD-4100-AF13-3BB8C653B16D}"/>
                  </a:ext>
                </a:extLst>
              </p:cNvPr>
              <p:cNvCxnSpPr/>
              <p:nvPr userDrawn="1"/>
            </p:nvCxnSpPr>
            <p:spPr>
              <a:xfrm>
                <a:off x="-435429" y="457161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5" name="Straight Connector 1444">
                <a:extLst>
                  <a:ext uri="{FF2B5EF4-FFF2-40B4-BE49-F238E27FC236}">
                    <a16:creationId xmlns:a16="http://schemas.microsoft.com/office/drawing/2014/main" id="{F56B7F69-9FDA-41A9-8F04-515EA15E2AE5}"/>
                  </a:ext>
                </a:extLst>
              </p:cNvPr>
              <p:cNvCxnSpPr/>
              <p:nvPr userDrawn="1"/>
            </p:nvCxnSpPr>
            <p:spPr>
              <a:xfrm>
                <a:off x="-435429" y="50614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7" name="Straight Connector 1446">
                <a:extLst>
                  <a:ext uri="{FF2B5EF4-FFF2-40B4-BE49-F238E27FC236}">
                    <a16:creationId xmlns:a16="http://schemas.microsoft.com/office/drawing/2014/main" id="{869A711C-75DA-45CC-A10E-093533BD0499}"/>
                  </a:ext>
                </a:extLst>
              </p:cNvPr>
              <p:cNvCxnSpPr/>
              <p:nvPr userDrawn="1"/>
            </p:nvCxnSpPr>
            <p:spPr>
              <a:xfrm>
                <a:off x="-435429" y="53880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8" name="Straight Connector 1447">
                <a:extLst>
                  <a:ext uri="{FF2B5EF4-FFF2-40B4-BE49-F238E27FC236}">
                    <a16:creationId xmlns:a16="http://schemas.microsoft.com/office/drawing/2014/main" id="{D2BCB45F-F437-4A94-AF89-688ED352AD66}"/>
                  </a:ext>
                </a:extLst>
              </p:cNvPr>
              <p:cNvCxnSpPr/>
              <p:nvPr userDrawn="1"/>
            </p:nvCxnSpPr>
            <p:spPr>
              <a:xfrm>
                <a:off x="-435429" y="522475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49" name="Straight Connector 1448">
                <a:extLst>
                  <a:ext uri="{FF2B5EF4-FFF2-40B4-BE49-F238E27FC236}">
                    <a16:creationId xmlns:a16="http://schemas.microsoft.com/office/drawing/2014/main" id="{681D650B-5525-43F3-9C5E-954EC60B80D7}"/>
                  </a:ext>
                </a:extLst>
              </p:cNvPr>
              <p:cNvCxnSpPr/>
              <p:nvPr userDrawn="1"/>
            </p:nvCxnSpPr>
            <p:spPr>
              <a:xfrm>
                <a:off x="-435429" y="57146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0" name="Straight Connector 1449">
                <a:extLst>
                  <a:ext uri="{FF2B5EF4-FFF2-40B4-BE49-F238E27FC236}">
                    <a16:creationId xmlns:a16="http://schemas.microsoft.com/office/drawing/2014/main" id="{930CB92A-1176-485B-92E3-68071683998D}"/>
                  </a:ext>
                </a:extLst>
              </p:cNvPr>
              <p:cNvCxnSpPr/>
              <p:nvPr userDrawn="1"/>
            </p:nvCxnSpPr>
            <p:spPr>
              <a:xfrm>
                <a:off x="-435429" y="555132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1" name="Straight Connector 1450">
                <a:extLst>
                  <a:ext uri="{FF2B5EF4-FFF2-40B4-BE49-F238E27FC236}">
                    <a16:creationId xmlns:a16="http://schemas.microsoft.com/office/drawing/2014/main" id="{72FEFD80-28A4-4DDC-8994-99287014CA12}"/>
                  </a:ext>
                </a:extLst>
              </p:cNvPr>
              <p:cNvCxnSpPr/>
              <p:nvPr userDrawn="1"/>
            </p:nvCxnSpPr>
            <p:spPr>
              <a:xfrm>
                <a:off x="-435429" y="60411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2" name="Straight Connector 1451">
                <a:extLst>
                  <a:ext uri="{FF2B5EF4-FFF2-40B4-BE49-F238E27FC236}">
                    <a16:creationId xmlns:a16="http://schemas.microsoft.com/office/drawing/2014/main" id="{698410CF-6AE7-4DC6-B502-EE95E4096A8F}"/>
                  </a:ext>
                </a:extLst>
              </p:cNvPr>
              <p:cNvCxnSpPr/>
              <p:nvPr userDrawn="1"/>
            </p:nvCxnSpPr>
            <p:spPr>
              <a:xfrm>
                <a:off x="-435429" y="587789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3" name="Straight Connector 1452">
                <a:extLst>
                  <a:ext uri="{FF2B5EF4-FFF2-40B4-BE49-F238E27FC236}">
                    <a16:creationId xmlns:a16="http://schemas.microsoft.com/office/drawing/2014/main" id="{A2FD97CB-6390-4504-A4DB-BD17752E831C}"/>
                  </a:ext>
                </a:extLst>
              </p:cNvPr>
              <p:cNvCxnSpPr/>
              <p:nvPr userDrawn="1"/>
            </p:nvCxnSpPr>
            <p:spPr>
              <a:xfrm>
                <a:off x="-435429" y="63677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454" name="Straight Connector 1453">
                <a:extLst>
                  <a:ext uri="{FF2B5EF4-FFF2-40B4-BE49-F238E27FC236}">
                    <a16:creationId xmlns:a16="http://schemas.microsoft.com/office/drawing/2014/main" id="{8E71966A-02B1-4CF9-9835-2AFFF7DF38EF}"/>
                  </a:ext>
                </a:extLst>
              </p:cNvPr>
              <p:cNvCxnSpPr/>
              <p:nvPr userDrawn="1"/>
            </p:nvCxnSpPr>
            <p:spPr>
              <a:xfrm>
                <a:off x="-435429" y="620446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4" name="Straight Connector 1083">
                <a:extLst>
                  <a:ext uri="{FF2B5EF4-FFF2-40B4-BE49-F238E27FC236}">
                    <a16:creationId xmlns:a16="http://schemas.microsoft.com/office/drawing/2014/main" id="{F98703EC-10A7-47FA-8C56-ACFE6CA2B4AF}"/>
                  </a:ext>
                </a:extLst>
              </p:cNvPr>
              <p:cNvCxnSpPr/>
              <p:nvPr userDrawn="1"/>
            </p:nvCxnSpPr>
            <p:spPr>
              <a:xfrm>
                <a:off x="49427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5" name="Straight Connector 1084">
                <a:extLst>
                  <a:ext uri="{FF2B5EF4-FFF2-40B4-BE49-F238E27FC236}">
                    <a16:creationId xmlns:a16="http://schemas.microsoft.com/office/drawing/2014/main" id="{ABA3C1DF-4FC6-41D8-B732-A90172FBA3EE}"/>
                  </a:ext>
                </a:extLst>
              </p:cNvPr>
              <p:cNvCxnSpPr/>
              <p:nvPr userDrawn="1"/>
            </p:nvCxnSpPr>
            <p:spPr>
              <a:xfrm>
                <a:off x="32951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6" name="Straight Connector 1085">
                <a:extLst>
                  <a:ext uri="{FF2B5EF4-FFF2-40B4-BE49-F238E27FC236}">
                    <a16:creationId xmlns:a16="http://schemas.microsoft.com/office/drawing/2014/main" id="{6FEF131F-8B52-4BD9-B4AA-801E5E3C4EB3}"/>
                  </a:ext>
                </a:extLst>
              </p:cNvPr>
              <p:cNvCxnSpPr/>
              <p:nvPr userDrawn="1"/>
            </p:nvCxnSpPr>
            <p:spPr>
              <a:xfrm>
                <a:off x="82378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7" name="Straight Connector 1086">
                <a:extLst>
                  <a:ext uri="{FF2B5EF4-FFF2-40B4-BE49-F238E27FC236}">
                    <a16:creationId xmlns:a16="http://schemas.microsoft.com/office/drawing/2014/main" id="{D2018C6D-9BB5-49A1-9203-2A68B7C1355B}"/>
                  </a:ext>
                </a:extLst>
              </p:cNvPr>
              <p:cNvCxnSpPr/>
              <p:nvPr userDrawn="1"/>
            </p:nvCxnSpPr>
            <p:spPr>
              <a:xfrm>
                <a:off x="65902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8" name="Straight Connector 1087">
                <a:extLst>
                  <a:ext uri="{FF2B5EF4-FFF2-40B4-BE49-F238E27FC236}">
                    <a16:creationId xmlns:a16="http://schemas.microsoft.com/office/drawing/2014/main" id="{42308FD5-86CC-4F45-A75A-8D9831456BAF}"/>
                  </a:ext>
                </a:extLst>
              </p:cNvPr>
              <p:cNvCxnSpPr/>
              <p:nvPr userDrawn="1"/>
            </p:nvCxnSpPr>
            <p:spPr>
              <a:xfrm>
                <a:off x="115330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89" name="Straight Connector 1088">
                <a:extLst>
                  <a:ext uri="{FF2B5EF4-FFF2-40B4-BE49-F238E27FC236}">
                    <a16:creationId xmlns:a16="http://schemas.microsoft.com/office/drawing/2014/main" id="{8551B858-C413-4262-9E3C-78E7425776A1}"/>
                  </a:ext>
                </a:extLst>
              </p:cNvPr>
              <p:cNvCxnSpPr/>
              <p:nvPr userDrawn="1"/>
            </p:nvCxnSpPr>
            <p:spPr>
              <a:xfrm>
                <a:off x="98854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0" name="Straight Connector 1089">
                <a:extLst>
                  <a:ext uri="{FF2B5EF4-FFF2-40B4-BE49-F238E27FC236}">
                    <a16:creationId xmlns:a16="http://schemas.microsoft.com/office/drawing/2014/main" id="{29CB8798-9C96-44A3-9775-E07A5A434AAB}"/>
                  </a:ext>
                </a:extLst>
              </p:cNvPr>
              <p:cNvCxnSpPr/>
              <p:nvPr userDrawn="1"/>
            </p:nvCxnSpPr>
            <p:spPr>
              <a:xfrm>
                <a:off x="148281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1" name="Straight Connector 1090">
                <a:extLst>
                  <a:ext uri="{FF2B5EF4-FFF2-40B4-BE49-F238E27FC236}">
                    <a16:creationId xmlns:a16="http://schemas.microsoft.com/office/drawing/2014/main" id="{55ADA04C-C258-47C9-8E78-FB8230EBEE4D}"/>
                  </a:ext>
                </a:extLst>
              </p:cNvPr>
              <p:cNvCxnSpPr/>
              <p:nvPr userDrawn="1"/>
            </p:nvCxnSpPr>
            <p:spPr>
              <a:xfrm>
                <a:off x="131805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2" name="Straight Connector 1091">
                <a:extLst>
                  <a:ext uri="{FF2B5EF4-FFF2-40B4-BE49-F238E27FC236}">
                    <a16:creationId xmlns:a16="http://schemas.microsoft.com/office/drawing/2014/main" id="{8A42789B-A802-41DE-A9CF-AFB96BF909DE}"/>
                  </a:ext>
                </a:extLst>
              </p:cNvPr>
              <p:cNvCxnSpPr/>
              <p:nvPr userDrawn="1"/>
            </p:nvCxnSpPr>
            <p:spPr>
              <a:xfrm>
                <a:off x="181232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3" name="Straight Connector 1092">
                <a:extLst>
                  <a:ext uri="{FF2B5EF4-FFF2-40B4-BE49-F238E27FC236}">
                    <a16:creationId xmlns:a16="http://schemas.microsoft.com/office/drawing/2014/main" id="{7AF31126-7AE0-4F67-91EE-574F98393F45}"/>
                  </a:ext>
                </a:extLst>
              </p:cNvPr>
              <p:cNvCxnSpPr/>
              <p:nvPr userDrawn="1"/>
            </p:nvCxnSpPr>
            <p:spPr>
              <a:xfrm>
                <a:off x="164757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4" name="Straight Connector 1093">
                <a:extLst>
                  <a:ext uri="{FF2B5EF4-FFF2-40B4-BE49-F238E27FC236}">
                    <a16:creationId xmlns:a16="http://schemas.microsoft.com/office/drawing/2014/main" id="{0A47E2A5-1A02-4067-8018-FC8CCFA7DA46}"/>
                  </a:ext>
                </a:extLst>
              </p:cNvPr>
              <p:cNvCxnSpPr/>
              <p:nvPr userDrawn="1"/>
            </p:nvCxnSpPr>
            <p:spPr>
              <a:xfrm>
                <a:off x="214184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5" name="Straight Connector 1094">
                <a:extLst>
                  <a:ext uri="{FF2B5EF4-FFF2-40B4-BE49-F238E27FC236}">
                    <a16:creationId xmlns:a16="http://schemas.microsoft.com/office/drawing/2014/main" id="{A3FC942A-4AB1-4A97-87A5-D1D40F79FE8B}"/>
                  </a:ext>
                </a:extLst>
              </p:cNvPr>
              <p:cNvCxnSpPr/>
              <p:nvPr userDrawn="1"/>
            </p:nvCxnSpPr>
            <p:spPr>
              <a:xfrm>
                <a:off x="197708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6" name="Straight Connector 1095">
                <a:extLst>
                  <a:ext uri="{FF2B5EF4-FFF2-40B4-BE49-F238E27FC236}">
                    <a16:creationId xmlns:a16="http://schemas.microsoft.com/office/drawing/2014/main" id="{E1DDD30E-A94E-4110-AB62-879750779D42}"/>
                  </a:ext>
                </a:extLst>
              </p:cNvPr>
              <p:cNvCxnSpPr/>
              <p:nvPr userDrawn="1"/>
            </p:nvCxnSpPr>
            <p:spPr>
              <a:xfrm>
                <a:off x="247135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7" name="Straight Connector 1096">
                <a:extLst>
                  <a:ext uri="{FF2B5EF4-FFF2-40B4-BE49-F238E27FC236}">
                    <a16:creationId xmlns:a16="http://schemas.microsoft.com/office/drawing/2014/main" id="{2E8B6C68-E726-4A2F-A0A2-CB9590DD59C4}"/>
                  </a:ext>
                </a:extLst>
              </p:cNvPr>
              <p:cNvCxnSpPr/>
              <p:nvPr userDrawn="1"/>
            </p:nvCxnSpPr>
            <p:spPr>
              <a:xfrm>
                <a:off x="230659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8" name="Straight Connector 1097">
                <a:extLst>
                  <a:ext uri="{FF2B5EF4-FFF2-40B4-BE49-F238E27FC236}">
                    <a16:creationId xmlns:a16="http://schemas.microsoft.com/office/drawing/2014/main" id="{7935BA12-98AC-4B8B-9E42-9E29ECC5B250}"/>
                  </a:ext>
                </a:extLst>
              </p:cNvPr>
              <p:cNvCxnSpPr/>
              <p:nvPr userDrawn="1"/>
            </p:nvCxnSpPr>
            <p:spPr>
              <a:xfrm>
                <a:off x="280087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099" name="Straight Connector 1098">
                <a:extLst>
                  <a:ext uri="{FF2B5EF4-FFF2-40B4-BE49-F238E27FC236}">
                    <a16:creationId xmlns:a16="http://schemas.microsoft.com/office/drawing/2014/main" id="{986D70DC-08EA-4384-96B6-19C8AA216CF8}"/>
                  </a:ext>
                </a:extLst>
              </p:cNvPr>
              <p:cNvCxnSpPr/>
              <p:nvPr userDrawn="1"/>
            </p:nvCxnSpPr>
            <p:spPr>
              <a:xfrm>
                <a:off x="263611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0" name="Straight Connector 1099">
                <a:extLst>
                  <a:ext uri="{FF2B5EF4-FFF2-40B4-BE49-F238E27FC236}">
                    <a16:creationId xmlns:a16="http://schemas.microsoft.com/office/drawing/2014/main" id="{9EFB890D-E70C-46B1-B15B-8F619540DC47}"/>
                  </a:ext>
                </a:extLst>
              </p:cNvPr>
              <p:cNvCxnSpPr/>
              <p:nvPr userDrawn="1"/>
            </p:nvCxnSpPr>
            <p:spPr>
              <a:xfrm>
                <a:off x="313038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1" name="Straight Connector 1100">
                <a:extLst>
                  <a:ext uri="{FF2B5EF4-FFF2-40B4-BE49-F238E27FC236}">
                    <a16:creationId xmlns:a16="http://schemas.microsoft.com/office/drawing/2014/main" id="{41CDCC37-3C7F-4934-874F-F17D98D6363C}"/>
                  </a:ext>
                </a:extLst>
              </p:cNvPr>
              <p:cNvCxnSpPr/>
              <p:nvPr userDrawn="1"/>
            </p:nvCxnSpPr>
            <p:spPr>
              <a:xfrm>
                <a:off x="296562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2" name="Straight Connector 1101">
                <a:extLst>
                  <a:ext uri="{FF2B5EF4-FFF2-40B4-BE49-F238E27FC236}">
                    <a16:creationId xmlns:a16="http://schemas.microsoft.com/office/drawing/2014/main" id="{E825F627-1927-40CE-A15D-32B2C85A90D7}"/>
                  </a:ext>
                </a:extLst>
              </p:cNvPr>
              <p:cNvCxnSpPr/>
              <p:nvPr userDrawn="1"/>
            </p:nvCxnSpPr>
            <p:spPr>
              <a:xfrm>
                <a:off x="345989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3" name="Straight Connector 1102">
                <a:extLst>
                  <a:ext uri="{FF2B5EF4-FFF2-40B4-BE49-F238E27FC236}">
                    <a16:creationId xmlns:a16="http://schemas.microsoft.com/office/drawing/2014/main" id="{5A008E69-4B12-47AC-B2C3-4C489158DA59}"/>
                  </a:ext>
                </a:extLst>
              </p:cNvPr>
              <p:cNvCxnSpPr/>
              <p:nvPr userDrawn="1"/>
            </p:nvCxnSpPr>
            <p:spPr>
              <a:xfrm>
                <a:off x="329514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4" name="Straight Connector 1103">
                <a:extLst>
                  <a:ext uri="{FF2B5EF4-FFF2-40B4-BE49-F238E27FC236}">
                    <a16:creationId xmlns:a16="http://schemas.microsoft.com/office/drawing/2014/main" id="{A0153B53-BD9F-4B99-ADF8-C319FBC736DA}"/>
                  </a:ext>
                </a:extLst>
              </p:cNvPr>
              <p:cNvCxnSpPr/>
              <p:nvPr userDrawn="1"/>
            </p:nvCxnSpPr>
            <p:spPr>
              <a:xfrm>
                <a:off x="378941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5" name="Straight Connector 1104">
                <a:extLst>
                  <a:ext uri="{FF2B5EF4-FFF2-40B4-BE49-F238E27FC236}">
                    <a16:creationId xmlns:a16="http://schemas.microsoft.com/office/drawing/2014/main" id="{5E17C78E-64E5-4327-8232-488164712B95}"/>
                  </a:ext>
                </a:extLst>
              </p:cNvPr>
              <p:cNvCxnSpPr/>
              <p:nvPr userDrawn="1"/>
            </p:nvCxnSpPr>
            <p:spPr>
              <a:xfrm>
                <a:off x="362465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6" name="Straight Connector 1105">
                <a:extLst>
                  <a:ext uri="{FF2B5EF4-FFF2-40B4-BE49-F238E27FC236}">
                    <a16:creationId xmlns:a16="http://schemas.microsoft.com/office/drawing/2014/main" id="{9357567C-C855-4B89-81F5-532CDE90DDBD}"/>
                  </a:ext>
                </a:extLst>
              </p:cNvPr>
              <p:cNvCxnSpPr/>
              <p:nvPr userDrawn="1"/>
            </p:nvCxnSpPr>
            <p:spPr>
              <a:xfrm>
                <a:off x="411892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7" name="Straight Connector 1106">
                <a:extLst>
                  <a:ext uri="{FF2B5EF4-FFF2-40B4-BE49-F238E27FC236}">
                    <a16:creationId xmlns:a16="http://schemas.microsoft.com/office/drawing/2014/main" id="{E8F6D05C-4679-4C51-ADF0-0526040CCF68}"/>
                  </a:ext>
                </a:extLst>
              </p:cNvPr>
              <p:cNvCxnSpPr/>
              <p:nvPr userDrawn="1"/>
            </p:nvCxnSpPr>
            <p:spPr>
              <a:xfrm>
                <a:off x="395416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8" name="Straight Connector 1107">
                <a:extLst>
                  <a:ext uri="{FF2B5EF4-FFF2-40B4-BE49-F238E27FC236}">
                    <a16:creationId xmlns:a16="http://schemas.microsoft.com/office/drawing/2014/main" id="{3E7A87FB-11CA-40C0-9F6E-26601EB24796}"/>
                  </a:ext>
                </a:extLst>
              </p:cNvPr>
              <p:cNvCxnSpPr/>
              <p:nvPr userDrawn="1"/>
            </p:nvCxnSpPr>
            <p:spPr>
              <a:xfrm>
                <a:off x="444844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09" name="Straight Connector 1108">
                <a:extLst>
                  <a:ext uri="{FF2B5EF4-FFF2-40B4-BE49-F238E27FC236}">
                    <a16:creationId xmlns:a16="http://schemas.microsoft.com/office/drawing/2014/main" id="{5C281A07-DE87-4630-871F-BA1E6D11E34A}"/>
                  </a:ext>
                </a:extLst>
              </p:cNvPr>
              <p:cNvCxnSpPr/>
              <p:nvPr userDrawn="1"/>
            </p:nvCxnSpPr>
            <p:spPr>
              <a:xfrm>
                <a:off x="428368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0" name="Straight Connector 1109">
                <a:extLst>
                  <a:ext uri="{FF2B5EF4-FFF2-40B4-BE49-F238E27FC236}">
                    <a16:creationId xmlns:a16="http://schemas.microsoft.com/office/drawing/2014/main" id="{023D1E26-0F8D-435A-8AF8-29927CEC8560}"/>
                  </a:ext>
                </a:extLst>
              </p:cNvPr>
              <p:cNvCxnSpPr/>
              <p:nvPr userDrawn="1"/>
            </p:nvCxnSpPr>
            <p:spPr>
              <a:xfrm>
                <a:off x="477795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1" name="Straight Connector 1110">
                <a:extLst>
                  <a:ext uri="{FF2B5EF4-FFF2-40B4-BE49-F238E27FC236}">
                    <a16:creationId xmlns:a16="http://schemas.microsoft.com/office/drawing/2014/main" id="{867AEAF4-69A2-4252-A166-0E38541C1982}"/>
                  </a:ext>
                </a:extLst>
              </p:cNvPr>
              <p:cNvCxnSpPr/>
              <p:nvPr userDrawn="1"/>
            </p:nvCxnSpPr>
            <p:spPr>
              <a:xfrm>
                <a:off x="461319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2" name="Straight Connector 1111">
                <a:extLst>
                  <a:ext uri="{FF2B5EF4-FFF2-40B4-BE49-F238E27FC236}">
                    <a16:creationId xmlns:a16="http://schemas.microsoft.com/office/drawing/2014/main" id="{72B9BBB3-403F-4C83-BE2D-A1827D9323E3}"/>
                  </a:ext>
                </a:extLst>
              </p:cNvPr>
              <p:cNvCxnSpPr/>
              <p:nvPr userDrawn="1"/>
            </p:nvCxnSpPr>
            <p:spPr>
              <a:xfrm>
                <a:off x="510746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3" name="Straight Connector 1112">
                <a:extLst>
                  <a:ext uri="{FF2B5EF4-FFF2-40B4-BE49-F238E27FC236}">
                    <a16:creationId xmlns:a16="http://schemas.microsoft.com/office/drawing/2014/main" id="{1258E0EB-7F1D-4491-A716-8DA0E4676D85}"/>
                  </a:ext>
                </a:extLst>
              </p:cNvPr>
              <p:cNvCxnSpPr/>
              <p:nvPr userDrawn="1"/>
            </p:nvCxnSpPr>
            <p:spPr>
              <a:xfrm>
                <a:off x="494271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4" name="Straight Connector 1113">
                <a:extLst>
                  <a:ext uri="{FF2B5EF4-FFF2-40B4-BE49-F238E27FC236}">
                    <a16:creationId xmlns:a16="http://schemas.microsoft.com/office/drawing/2014/main" id="{8070B698-2BF5-4584-A7A1-C5B5482ACB17}"/>
                  </a:ext>
                </a:extLst>
              </p:cNvPr>
              <p:cNvCxnSpPr/>
              <p:nvPr userDrawn="1"/>
            </p:nvCxnSpPr>
            <p:spPr>
              <a:xfrm>
                <a:off x="543698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5" name="Straight Connector 1114">
                <a:extLst>
                  <a:ext uri="{FF2B5EF4-FFF2-40B4-BE49-F238E27FC236}">
                    <a16:creationId xmlns:a16="http://schemas.microsoft.com/office/drawing/2014/main" id="{24F7341B-D2E3-4A79-A8FE-53481B448D0D}"/>
                  </a:ext>
                </a:extLst>
              </p:cNvPr>
              <p:cNvCxnSpPr/>
              <p:nvPr userDrawn="1"/>
            </p:nvCxnSpPr>
            <p:spPr>
              <a:xfrm>
                <a:off x="527222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6" name="Straight Connector 1115">
                <a:extLst>
                  <a:ext uri="{FF2B5EF4-FFF2-40B4-BE49-F238E27FC236}">
                    <a16:creationId xmlns:a16="http://schemas.microsoft.com/office/drawing/2014/main" id="{0420C220-3DFE-4DBD-8FC6-31226C2CFAE6}"/>
                  </a:ext>
                </a:extLst>
              </p:cNvPr>
              <p:cNvCxnSpPr/>
              <p:nvPr userDrawn="1"/>
            </p:nvCxnSpPr>
            <p:spPr>
              <a:xfrm>
                <a:off x="576649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7" name="Straight Connector 1116">
                <a:extLst>
                  <a:ext uri="{FF2B5EF4-FFF2-40B4-BE49-F238E27FC236}">
                    <a16:creationId xmlns:a16="http://schemas.microsoft.com/office/drawing/2014/main" id="{9C1572BF-60D4-45E2-8275-F9BB6E3D5F19}"/>
                  </a:ext>
                </a:extLst>
              </p:cNvPr>
              <p:cNvCxnSpPr/>
              <p:nvPr userDrawn="1"/>
            </p:nvCxnSpPr>
            <p:spPr>
              <a:xfrm>
                <a:off x="560173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8" name="Straight Connector 1117">
                <a:extLst>
                  <a:ext uri="{FF2B5EF4-FFF2-40B4-BE49-F238E27FC236}">
                    <a16:creationId xmlns:a16="http://schemas.microsoft.com/office/drawing/2014/main" id="{EA722B74-A1BA-4E83-9B9E-ECF30274C61B}"/>
                  </a:ext>
                </a:extLst>
              </p:cNvPr>
              <p:cNvCxnSpPr/>
              <p:nvPr userDrawn="1"/>
            </p:nvCxnSpPr>
            <p:spPr>
              <a:xfrm>
                <a:off x="609601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19" name="Straight Connector 1118">
                <a:extLst>
                  <a:ext uri="{FF2B5EF4-FFF2-40B4-BE49-F238E27FC236}">
                    <a16:creationId xmlns:a16="http://schemas.microsoft.com/office/drawing/2014/main" id="{02866627-3DE7-4946-9098-ED97A9511D76}"/>
                  </a:ext>
                </a:extLst>
              </p:cNvPr>
              <p:cNvCxnSpPr/>
              <p:nvPr userDrawn="1"/>
            </p:nvCxnSpPr>
            <p:spPr>
              <a:xfrm>
                <a:off x="593125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0" name="Straight Connector 1119">
                <a:extLst>
                  <a:ext uri="{FF2B5EF4-FFF2-40B4-BE49-F238E27FC236}">
                    <a16:creationId xmlns:a16="http://schemas.microsoft.com/office/drawing/2014/main" id="{D94C9D49-441D-48F5-BB80-7CEFC1A7B3F3}"/>
                  </a:ext>
                </a:extLst>
              </p:cNvPr>
              <p:cNvCxnSpPr/>
              <p:nvPr userDrawn="1"/>
            </p:nvCxnSpPr>
            <p:spPr>
              <a:xfrm>
                <a:off x="642552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1" name="Straight Connector 1120">
                <a:extLst>
                  <a:ext uri="{FF2B5EF4-FFF2-40B4-BE49-F238E27FC236}">
                    <a16:creationId xmlns:a16="http://schemas.microsoft.com/office/drawing/2014/main" id="{D7191DA9-F506-46D0-A4E5-E5ED6958CB07}"/>
                  </a:ext>
                </a:extLst>
              </p:cNvPr>
              <p:cNvCxnSpPr/>
              <p:nvPr userDrawn="1"/>
            </p:nvCxnSpPr>
            <p:spPr>
              <a:xfrm>
                <a:off x="626076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7" name="Straight Connector 1126">
                <a:extLst>
                  <a:ext uri="{FF2B5EF4-FFF2-40B4-BE49-F238E27FC236}">
                    <a16:creationId xmlns:a16="http://schemas.microsoft.com/office/drawing/2014/main" id="{3633778B-3308-42BD-B7A4-D62395E7C2E9}"/>
                  </a:ext>
                </a:extLst>
              </p:cNvPr>
              <p:cNvCxnSpPr/>
              <p:nvPr userDrawn="1"/>
            </p:nvCxnSpPr>
            <p:spPr>
              <a:xfrm>
                <a:off x="659028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29" name="Straight Connector 1128">
                <a:extLst>
                  <a:ext uri="{FF2B5EF4-FFF2-40B4-BE49-F238E27FC236}">
                    <a16:creationId xmlns:a16="http://schemas.microsoft.com/office/drawing/2014/main" id="{4D42B9FC-1EEC-47B6-9395-003EE22FA7E9}"/>
                  </a:ext>
                </a:extLst>
              </p:cNvPr>
              <p:cNvCxnSpPr/>
              <p:nvPr userDrawn="1"/>
            </p:nvCxnSpPr>
            <p:spPr>
              <a:xfrm>
                <a:off x="691979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0" name="Straight Connector 1129">
                <a:extLst>
                  <a:ext uri="{FF2B5EF4-FFF2-40B4-BE49-F238E27FC236}">
                    <a16:creationId xmlns:a16="http://schemas.microsoft.com/office/drawing/2014/main" id="{FAE3B969-07CD-46F7-9D25-5D6531670E71}"/>
                  </a:ext>
                </a:extLst>
              </p:cNvPr>
              <p:cNvCxnSpPr/>
              <p:nvPr userDrawn="1"/>
            </p:nvCxnSpPr>
            <p:spPr>
              <a:xfrm>
                <a:off x="675503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1" name="Straight Connector 1130">
                <a:extLst>
                  <a:ext uri="{FF2B5EF4-FFF2-40B4-BE49-F238E27FC236}">
                    <a16:creationId xmlns:a16="http://schemas.microsoft.com/office/drawing/2014/main" id="{20318A03-1C79-42C8-B08B-6353914A00E9}"/>
                  </a:ext>
                </a:extLst>
              </p:cNvPr>
              <p:cNvCxnSpPr/>
              <p:nvPr userDrawn="1"/>
            </p:nvCxnSpPr>
            <p:spPr>
              <a:xfrm>
                <a:off x="724930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2" name="Straight Connector 1131">
                <a:extLst>
                  <a:ext uri="{FF2B5EF4-FFF2-40B4-BE49-F238E27FC236}">
                    <a16:creationId xmlns:a16="http://schemas.microsoft.com/office/drawing/2014/main" id="{736F3D5C-8179-4FBC-A254-5AB03C8A4601}"/>
                  </a:ext>
                </a:extLst>
              </p:cNvPr>
              <p:cNvCxnSpPr/>
              <p:nvPr userDrawn="1"/>
            </p:nvCxnSpPr>
            <p:spPr>
              <a:xfrm>
                <a:off x="708455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3" name="Straight Connector 1132">
                <a:extLst>
                  <a:ext uri="{FF2B5EF4-FFF2-40B4-BE49-F238E27FC236}">
                    <a16:creationId xmlns:a16="http://schemas.microsoft.com/office/drawing/2014/main" id="{7DC153D7-6A4C-4E99-A700-E65E897A291D}"/>
                  </a:ext>
                </a:extLst>
              </p:cNvPr>
              <p:cNvCxnSpPr/>
              <p:nvPr userDrawn="1"/>
            </p:nvCxnSpPr>
            <p:spPr>
              <a:xfrm>
                <a:off x="757882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4" name="Straight Connector 1133">
                <a:extLst>
                  <a:ext uri="{FF2B5EF4-FFF2-40B4-BE49-F238E27FC236}">
                    <a16:creationId xmlns:a16="http://schemas.microsoft.com/office/drawing/2014/main" id="{7F7DE9BC-B842-4500-B8FE-069D755D5941}"/>
                  </a:ext>
                </a:extLst>
              </p:cNvPr>
              <p:cNvCxnSpPr/>
              <p:nvPr userDrawn="1"/>
            </p:nvCxnSpPr>
            <p:spPr>
              <a:xfrm>
                <a:off x="741406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5" name="Straight Connector 1134">
                <a:extLst>
                  <a:ext uri="{FF2B5EF4-FFF2-40B4-BE49-F238E27FC236}">
                    <a16:creationId xmlns:a16="http://schemas.microsoft.com/office/drawing/2014/main" id="{6D6F3CE9-CE34-4166-BB7E-FA57943507AA}"/>
                  </a:ext>
                </a:extLst>
              </p:cNvPr>
              <p:cNvCxnSpPr/>
              <p:nvPr userDrawn="1"/>
            </p:nvCxnSpPr>
            <p:spPr>
              <a:xfrm>
                <a:off x="790833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6" name="Straight Connector 1135">
                <a:extLst>
                  <a:ext uri="{FF2B5EF4-FFF2-40B4-BE49-F238E27FC236}">
                    <a16:creationId xmlns:a16="http://schemas.microsoft.com/office/drawing/2014/main" id="{02B98D94-F31F-4D40-AA28-10A3CB3E8A15}"/>
                  </a:ext>
                </a:extLst>
              </p:cNvPr>
              <p:cNvCxnSpPr/>
              <p:nvPr userDrawn="1"/>
            </p:nvCxnSpPr>
            <p:spPr>
              <a:xfrm>
                <a:off x="774357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7" name="Straight Connector 1136">
                <a:extLst>
                  <a:ext uri="{FF2B5EF4-FFF2-40B4-BE49-F238E27FC236}">
                    <a16:creationId xmlns:a16="http://schemas.microsoft.com/office/drawing/2014/main" id="{6BDB6908-335B-4BA9-AAF1-A833062BB4F2}"/>
                  </a:ext>
                </a:extLst>
              </p:cNvPr>
              <p:cNvCxnSpPr/>
              <p:nvPr userDrawn="1"/>
            </p:nvCxnSpPr>
            <p:spPr>
              <a:xfrm>
                <a:off x="823785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8" name="Straight Connector 1137">
                <a:extLst>
                  <a:ext uri="{FF2B5EF4-FFF2-40B4-BE49-F238E27FC236}">
                    <a16:creationId xmlns:a16="http://schemas.microsoft.com/office/drawing/2014/main" id="{7DB499A0-BAE0-473A-B35A-3D8D320D86FF}"/>
                  </a:ext>
                </a:extLst>
              </p:cNvPr>
              <p:cNvCxnSpPr/>
              <p:nvPr userDrawn="1"/>
            </p:nvCxnSpPr>
            <p:spPr>
              <a:xfrm>
                <a:off x="807309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39" name="Straight Connector 1138">
                <a:extLst>
                  <a:ext uri="{FF2B5EF4-FFF2-40B4-BE49-F238E27FC236}">
                    <a16:creationId xmlns:a16="http://schemas.microsoft.com/office/drawing/2014/main" id="{14C83527-3801-4402-822D-6BE1BEB71689}"/>
                  </a:ext>
                </a:extLst>
              </p:cNvPr>
              <p:cNvCxnSpPr/>
              <p:nvPr userDrawn="1"/>
            </p:nvCxnSpPr>
            <p:spPr>
              <a:xfrm>
                <a:off x="856736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0" name="Straight Connector 1139">
                <a:extLst>
                  <a:ext uri="{FF2B5EF4-FFF2-40B4-BE49-F238E27FC236}">
                    <a16:creationId xmlns:a16="http://schemas.microsoft.com/office/drawing/2014/main" id="{2D011E6B-EACF-4B9D-B680-1CEE227DB273}"/>
                  </a:ext>
                </a:extLst>
              </p:cNvPr>
              <p:cNvCxnSpPr/>
              <p:nvPr userDrawn="1"/>
            </p:nvCxnSpPr>
            <p:spPr>
              <a:xfrm>
                <a:off x="840260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1" name="Straight Connector 1140">
                <a:extLst>
                  <a:ext uri="{FF2B5EF4-FFF2-40B4-BE49-F238E27FC236}">
                    <a16:creationId xmlns:a16="http://schemas.microsoft.com/office/drawing/2014/main" id="{ED01ED32-4BB6-4810-9496-CB8CB5C89599}"/>
                  </a:ext>
                </a:extLst>
              </p:cNvPr>
              <p:cNvCxnSpPr/>
              <p:nvPr userDrawn="1"/>
            </p:nvCxnSpPr>
            <p:spPr>
              <a:xfrm>
                <a:off x="889687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2" name="Straight Connector 1141">
                <a:extLst>
                  <a:ext uri="{FF2B5EF4-FFF2-40B4-BE49-F238E27FC236}">
                    <a16:creationId xmlns:a16="http://schemas.microsoft.com/office/drawing/2014/main" id="{4ACAC1A9-49DF-42D6-A86E-4634B706749F}"/>
                  </a:ext>
                </a:extLst>
              </p:cNvPr>
              <p:cNvCxnSpPr/>
              <p:nvPr userDrawn="1"/>
            </p:nvCxnSpPr>
            <p:spPr>
              <a:xfrm>
                <a:off x="873212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3" name="Straight Connector 1142">
                <a:extLst>
                  <a:ext uri="{FF2B5EF4-FFF2-40B4-BE49-F238E27FC236}">
                    <a16:creationId xmlns:a16="http://schemas.microsoft.com/office/drawing/2014/main" id="{8658D9CC-EB17-4662-A350-DA4BC67B4092}"/>
                  </a:ext>
                </a:extLst>
              </p:cNvPr>
              <p:cNvCxnSpPr/>
              <p:nvPr userDrawn="1"/>
            </p:nvCxnSpPr>
            <p:spPr>
              <a:xfrm>
                <a:off x="922639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4" name="Straight Connector 1143">
                <a:extLst>
                  <a:ext uri="{FF2B5EF4-FFF2-40B4-BE49-F238E27FC236}">
                    <a16:creationId xmlns:a16="http://schemas.microsoft.com/office/drawing/2014/main" id="{3323636E-04CF-4E93-A434-B300BE0581FB}"/>
                  </a:ext>
                </a:extLst>
              </p:cNvPr>
              <p:cNvCxnSpPr/>
              <p:nvPr userDrawn="1"/>
            </p:nvCxnSpPr>
            <p:spPr>
              <a:xfrm>
                <a:off x="906163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5" name="Straight Connector 1144">
                <a:extLst>
                  <a:ext uri="{FF2B5EF4-FFF2-40B4-BE49-F238E27FC236}">
                    <a16:creationId xmlns:a16="http://schemas.microsoft.com/office/drawing/2014/main" id="{0CC4B32C-726C-44ED-9666-3D93F3C4E057}"/>
                  </a:ext>
                </a:extLst>
              </p:cNvPr>
              <p:cNvCxnSpPr/>
              <p:nvPr userDrawn="1"/>
            </p:nvCxnSpPr>
            <p:spPr>
              <a:xfrm>
                <a:off x="955590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6" name="Straight Connector 1145">
                <a:extLst>
                  <a:ext uri="{FF2B5EF4-FFF2-40B4-BE49-F238E27FC236}">
                    <a16:creationId xmlns:a16="http://schemas.microsoft.com/office/drawing/2014/main" id="{EB0E2399-C6B8-4409-BCA1-65A19B0FB4EE}"/>
                  </a:ext>
                </a:extLst>
              </p:cNvPr>
              <p:cNvCxnSpPr/>
              <p:nvPr userDrawn="1"/>
            </p:nvCxnSpPr>
            <p:spPr>
              <a:xfrm>
                <a:off x="939114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7" name="Straight Connector 1146">
                <a:extLst>
                  <a:ext uri="{FF2B5EF4-FFF2-40B4-BE49-F238E27FC236}">
                    <a16:creationId xmlns:a16="http://schemas.microsoft.com/office/drawing/2014/main" id="{D8320A6E-741D-4EA1-8455-B50257E96994}"/>
                  </a:ext>
                </a:extLst>
              </p:cNvPr>
              <p:cNvCxnSpPr/>
              <p:nvPr userDrawn="1"/>
            </p:nvCxnSpPr>
            <p:spPr>
              <a:xfrm>
                <a:off x="988542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8" name="Straight Connector 1147">
                <a:extLst>
                  <a:ext uri="{FF2B5EF4-FFF2-40B4-BE49-F238E27FC236}">
                    <a16:creationId xmlns:a16="http://schemas.microsoft.com/office/drawing/2014/main" id="{AE0BB1B5-3AF6-4B81-99F8-146822E0D682}"/>
                  </a:ext>
                </a:extLst>
              </p:cNvPr>
              <p:cNvCxnSpPr/>
              <p:nvPr userDrawn="1"/>
            </p:nvCxnSpPr>
            <p:spPr>
              <a:xfrm>
                <a:off x="972066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49" name="Straight Connector 1148">
                <a:extLst>
                  <a:ext uri="{FF2B5EF4-FFF2-40B4-BE49-F238E27FC236}">
                    <a16:creationId xmlns:a16="http://schemas.microsoft.com/office/drawing/2014/main" id="{572D8F9B-3778-4B6A-AA89-C1D4D608D749}"/>
                  </a:ext>
                </a:extLst>
              </p:cNvPr>
              <p:cNvCxnSpPr/>
              <p:nvPr userDrawn="1"/>
            </p:nvCxnSpPr>
            <p:spPr>
              <a:xfrm>
                <a:off x="1021493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0" name="Straight Connector 1149">
                <a:extLst>
                  <a:ext uri="{FF2B5EF4-FFF2-40B4-BE49-F238E27FC236}">
                    <a16:creationId xmlns:a16="http://schemas.microsoft.com/office/drawing/2014/main" id="{5273A952-34E8-4678-AE7D-AA755A9E8273}"/>
                  </a:ext>
                </a:extLst>
              </p:cNvPr>
              <p:cNvCxnSpPr/>
              <p:nvPr userDrawn="1"/>
            </p:nvCxnSpPr>
            <p:spPr>
              <a:xfrm>
                <a:off x="1005017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1" name="Straight Connector 1150">
                <a:extLst>
                  <a:ext uri="{FF2B5EF4-FFF2-40B4-BE49-F238E27FC236}">
                    <a16:creationId xmlns:a16="http://schemas.microsoft.com/office/drawing/2014/main" id="{437A8600-F067-47A4-9156-163E5F556A96}"/>
                  </a:ext>
                </a:extLst>
              </p:cNvPr>
              <p:cNvCxnSpPr/>
              <p:nvPr userDrawn="1"/>
            </p:nvCxnSpPr>
            <p:spPr>
              <a:xfrm>
                <a:off x="10544448"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2" name="Straight Connector 1151">
                <a:extLst>
                  <a:ext uri="{FF2B5EF4-FFF2-40B4-BE49-F238E27FC236}">
                    <a16:creationId xmlns:a16="http://schemas.microsoft.com/office/drawing/2014/main" id="{F558DEDE-F555-40DE-BD60-CE2A2E3528E6}"/>
                  </a:ext>
                </a:extLst>
              </p:cNvPr>
              <p:cNvCxnSpPr/>
              <p:nvPr userDrawn="1"/>
            </p:nvCxnSpPr>
            <p:spPr>
              <a:xfrm>
                <a:off x="10379691"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3" name="Straight Connector 1152">
                <a:extLst>
                  <a:ext uri="{FF2B5EF4-FFF2-40B4-BE49-F238E27FC236}">
                    <a16:creationId xmlns:a16="http://schemas.microsoft.com/office/drawing/2014/main" id="{74D5376B-A943-456B-AF3A-E4E7569CC3C4}"/>
                  </a:ext>
                </a:extLst>
              </p:cNvPr>
              <p:cNvCxnSpPr/>
              <p:nvPr userDrawn="1"/>
            </p:nvCxnSpPr>
            <p:spPr>
              <a:xfrm>
                <a:off x="10873962"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4" name="Straight Connector 1153">
                <a:extLst>
                  <a:ext uri="{FF2B5EF4-FFF2-40B4-BE49-F238E27FC236}">
                    <a16:creationId xmlns:a16="http://schemas.microsoft.com/office/drawing/2014/main" id="{83749953-C9BE-45AD-B736-18FDD1A1D63F}"/>
                  </a:ext>
                </a:extLst>
              </p:cNvPr>
              <p:cNvCxnSpPr/>
              <p:nvPr userDrawn="1"/>
            </p:nvCxnSpPr>
            <p:spPr>
              <a:xfrm>
                <a:off x="10709205"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5" name="Straight Connector 1154">
                <a:extLst>
                  <a:ext uri="{FF2B5EF4-FFF2-40B4-BE49-F238E27FC236}">
                    <a16:creationId xmlns:a16="http://schemas.microsoft.com/office/drawing/2014/main" id="{B87A31C2-BA0F-4BD1-94B6-A079359EE4D0}"/>
                  </a:ext>
                </a:extLst>
              </p:cNvPr>
              <p:cNvCxnSpPr/>
              <p:nvPr userDrawn="1"/>
            </p:nvCxnSpPr>
            <p:spPr>
              <a:xfrm>
                <a:off x="11203476"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6" name="Straight Connector 1155">
                <a:extLst>
                  <a:ext uri="{FF2B5EF4-FFF2-40B4-BE49-F238E27FC236}">
                    <a16:creationId xmlns:a16="http://schemas.microsoft.com/office/drawing/2014/main" id="{32C5F0FC-E6E5-4F53-B1FC-0BD7A0CDE166}"/>
                  </a:ext>
                </a:extLst>
              </p:cNvPr>
              <p:cNvCxnSpPr/>
              <p:nvPr userDrawn="1"/>
            </p:nvCxnSpPr>
            <p:spPr>
              <a:xfrm>
                <a:off x="11038719"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7" name="Straight Connector 1156">
                <a:extLst>
                  <a:ext uri="{FF2B5EF4-FFF2-40B4-BE49-F238E27FC236}">
                    <a16:creationId xmlns:a16="http://schemas.microsoft.com/office/drawing/2014/main" id="{23945321-E259-45E3-B63C-07AA027AA153}"/>
                  </a:ext>
                </a:extLst>
              </p:cNvPr>
              <p:cNvCxnSpPr/>
              <p:nvPr userDrawn="1"/>
            </p:nvCxnSpPr>
            <p:spPr>
              <a:xfrm>
                <a:off x="11532990"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8" name="Straight Connector 1157">
                <a:extLst>
                  <a:ext uri="{FF2B5EF4-FFF2-40B4-BE49-F238E27FC236}">
                    <a16:creationId xmlns:a16="http://schemas.microsoft.com/office/drawing/2014/main" id="{8D09E792-E0A5-4E2F-A7BD-89347189808F}"/>
                  </a:ext>
                </a:extLst>
              </p:cNvPr>
              <p:cNvCxnSpPr/>
              <p:nvPr userDrawn="1"/>
            </p:nvCxnSpPr>
            <p:spPr>
              <a:xfrm>
                <a:off x="11368233"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59" name="Straight Connector 1158">
                <a:extLst>
                  <a:ext uri="{FF2B5EF4-FFF2-40B4-BE49-F238E27FC236}">
                    <a16:creationId xmlns:a16="http://schemas.microsoft.com/office/drawing/2014/main" id="{77D461BF-7E03-4CC9-9E16-0BD7C4C84A17}"/>
                  </a:ext>
                </a:extLst>
              </p:cNvPr>
              <p:cNvCxnSpPr/>
              <p:nvPr userDrawn="1"/>
            </p:nvCxnSpPr>
            <p:spPr>
              <a:xfrm>
                <a:off x="11862504"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160" name="Straight Connector 1159">
                <a:extLst>
                  <a:ext uri="{FF2B5EF4-FFF2-40B4-BE49-F238E27FC236}">
                    <a16:creationId xmlns:a16="http://schemas.microsoft.com/office/drawing/2014/main" id="{FB6C9502-DABF-4B2F-B496-420E15866FD7}"/>
                  </a:ext>
                </a:extLst>
              </p:cNvPr>
              <p:cNvCxnSpPr/>
              <p:nvPr userDrawn="1"/>
            </p:nvCxnSpPr>
            <p:spPr>
              <a:xfrm>
                <a:off x="11697747" y="-435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6" name="Straight Connector 1845">
                <a:extLst>
                  <a:ext uri="{FF2B5EF4-FFF2-40B4-BE49-F238E27FC236}">
                    <a16:creationId xmlns:a16="http://schemas.microsoft.com/office/drawing/2014/main" id="{A4EBEFFA-BA25-4E1A-BDDA-015ED507B0CE}"/>
                  </a:ext>
                </a:extLst>
              </p:cNvPr>
              <p:cNvCxnSpPr/>
              <p:nvPr userDrawn="1"/>
            </p:nvCxnSpPr>
            <p:spPr>
              <a:xfrm>
                <a:off x="12481692" y="48985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7" name="Straight Connector 1846">
                <a:extLst>
                  <a:ext uri="{FF2B5EF4-FFF2-40B4-BE49-F238E27FC236}">
                    <a16:creationId xmlns:a16="http://schemas.microsoft.com/office/drawing/2014/main" id="{3CF73DA3-659C-48E3-9963-D1C44A31C415}"/>
                  </a:ext>
                </a:extLst>
              </p:cNvPr>
              <p:cNvCxnSpPr/>
              <p:nvPr userDrawn="1"/>
            </p:nvCxnSpPr>
            <p:spPr>
              <a:xfrm>
                <a:off x="12481692" y="3265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8" name="Straight Connector 1847">
                <a:extLst>
                  <a:ext uri="{FF2B5EF4-FFF2-40B4-BE49-F238E27FC236}">
                    <a16:creationId xmlns:a16="http://schemas.microsoft.com/office/drawing/2014/main" id="{5CEF9ED2-053B-4E04-9F75-148B3BB45138}"/>
                  </a:ext>
                </a:extLst>
              </p:cNvPr>
              <p:cNvCxnSpPr/>
              <p:nvPr userDrawn="1"/>
            </p:nvCxnSpPr>
            <p:spPr>
              <a:xfrm>
                <a:off x="12481692" y="81642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9" name="Straight Connector 1848">
                <a:extLst>
                  <a:ext uri="{FF2B5EF4-FFF2-40B4-BE49-F238E27FC236}">
                    <a16:creationId xmlns:a16="http://schemas.microsoft.com/office/drawing/2014/main" id="{EE6BB664-156D-4EC9-87AA-81F824CDCA61}"/>
                  </a:ext>
                </a:extLst>
              </p:cNvPr>
              <p:cNvCxnSpPr/>
              <p:nvPr userDrawn="1"/>
            </p:nvCxnSpPr>
            <p:spPr>
              <a:xfrm>
                <a:off x="12481692" y="6531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0" name="Straight Connector 1849">
                <a:extLst>
                  <a:ext uri="{FF2B5EF4-FFF2-40B4-BE49-F238E27FC236}">
                    <a16:creationId xmlns:a16="http://schemas.microsoft.com/office/drawing/2014/main" id="{10EA876D-C26C-49EC-8B55-BE03DD8E7623}"/>
                  </a:ext>
                </a:extLst>
              </p:cNvPr>
              <p:cNvCxnSpPr/>
              <p:nvPr userDrawn="1"/>
            </p:nvCxnSpPr>
            <p:spPr>
              <a:xfrm>
                <a:off x="12481692" y="114299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1" name="Straight Connector 1850">
                <a:extLst>
                  <a:ext uri="{FF2B5EF4-FFF2-40B4-BE49-F238E27FC236}">
                    <a16:creationId xmlns:a16="http://schemas.microsoft.com/office/drawing/2014/main" id="{7C4A6D44-BC17-4D43-B7AE-C7503D0B8A21}"/>
                  </a:ext>
                </a:extLst>
              </p:cNvPr>
              <p:cNvCxnSpPr/>
              <p:nvPr userDrawn="1"/>
            </p:nvCxnSpPr>
            <p:spPr>
              <a:xfrm>
                <a:off x="12481692" y="9797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2" name="Straight Connector 1851">
                <a:extLst>
                  <a:ext uri="{FF2B5EF4-FFF2-40B4-BE49-F238E27FC236}">
                    <a16:creationId xmlns:a16="http://schemas.microsoft.com/office/drawing/2014/main" id="{EA06E691-9607-4317-8C48-254E0521AA1D}"/>
                  </a:ext>
                </a:extLst>
              </p:cNvPr>
              <p:cNvCxnSpPr/>
              <p:nvPr userDrawn="1"/>
            </p:nvCxnSpPr>
            <p:spPr>
              <a:xfrm>
                <a:off x="12481692" y="146956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3" name="Straight Connector 1852">
                <a:extLst>
                  <a:ext uri="{FF2B5EF4-FFF2-40B4-BE49-F238E27FC236}">
                    <a16:creationId xmlns:a16="http://schemas.microsoft.com/office/drawing/2014/main" id="{B0AA6427-2C4F-43F1-9439-3781909AE402}"/>
                  </a:ext>
                </a:extLst>
              </p:cNvPr>
              <p:cNvCxnSpPr/>
              <p:nvPr userDrawn="1"/>
            </p:nvCxnSpPr>
            <p:spPr>
              <a:xfrm>
                <a:off x="12481692" y="13062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4" name="Straight Connector 1853">
                <a:extLst>
                  <a:ext uri="{FF2B5EF4-FFF2-40B4-BE49-F238E27FC236}">
                    <a16:creationId xmlns:a16="http://schemas.microsoft.com/office/drawing/2014/main" id="{68D350F4-ADAD-4051-AE44-9C9AD2242397}"/>
                  </a:ext>
                </a:extLst>
              </p:cNvPr>
              <p:cNvCxnSpPr/>
              <p:nvPr userDrawn="1"/>
            </p:nvCxnSpPr>
            <p:spPr>
              <a:xfrm>
                <a:off x="12481692" y="179613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5" name="Straight Connector 1854">
                <a:extLst>
                  <a:ext uri="{FF2B5EF4-FFF2-40B4-BE49-F238E27FC236}">
                    <a16:creationId xmlns:a16="http://schemas.microsoft.com/office/drawing/2014/main" id="{798F6AC0-658D-481D-9454-23D6ECD24477}"/>
                  </a:ext>
                </a:extLst>
              </p:cNvPr>
              <p:cNvCxnSpPr/>
              <p:nvPr userDrawn="1"/>
            </p:nvCxnSpPr>
            <p:spPr>
              <a:xfrm>
                <a:off x="12481692" y="16328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6" name="Straight Connector 1855">
                <a:extLst>
                  <a:ext uri="{FF2B5EF4-FFF2-40B4-BE49-F238E27FC236}">
                    <a16:creationId xmlns:a16="http://schemas.microsoft.com/office/drawing/2014/main" id="{4E4B02EA-62DD-4C43-A716-7BFCA2A0500B}"/>
                  </a:ext>
                </a:extLst>
              </p:cNvPr>
              <p:cNvCxnSpPr/>
              <p:nvPr userDrawn="1"/>
            </p:nvCxnSpPr>
            <p:spPr>
              <a:xfrm>
                <a:off x="12481692" y="212270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7" name="Straight Connector 1856">
                <a:extLst>
                  <a:ext uri="{FF2B5EF4-FFF2-40B4-BE49-F238E27FC236}">
                    <a16:creationId xmlns:a16="http://schemas.microsoft.com/office/drawing/2014/main" id="{E874A35C-A4B1-4399-951D-F7FF0AD3C002}"/>
                  </a:ext>
                </a:extLst>
              </p:cNvPr>
              <p:cNvCxnSpPr/>
              <p:nvPr userDrawn="1"/>
            </p:nvCxnSpPr>
            <p:spPr>
              <a:xfrm>
                <a:off x="12481692" y="195942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8" name="Straight Connector 1857">
                <a:extLst>
                  <a:ext uri="{FF2B5EF4-FFF2-40B4-BE49-F238E27FC236}">
                    <a16:creationId xmlns:a16="http://schemas.microsoft.com/office/drawing/2014/main" id="{54EC331E-1727-485A-BF69-852A9D7745B8}"/>
                  </a:ext>
                </a:extLst>
              </p:cNvPr>
              <p:cNvCxnSpPr/>
              <p:nvPr userDrawn="1"/>
            </p:nvCxnSpPr>
            <p:spPr>
              <a:xfrm>
                <a:off x="12481692" y="244928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9" name="Straight Connector 1858">
                <a:extLst>
                  <a:ext uri="{FF2B5EF4-FFF2-40B4-BE49-F238E27FC236}">
                    <a16:creationId xmlns:a16="http://schemas.microsoft.com/office/drawing/2014/main" id="{5BD57214-257F-458A-9870-6966C1264ED2}"/>
                  </a:ext>
                </a:extLst>
              </p:cNvPr>
              <p:cNvCxnSpPr/>
              <p:nvPr userDrawn="1"/>
            </p:nvCxnSpPr>
            <p:spPr>
              <a:xfrm>
                <a:off x="12481692" y="228599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0" name="Straight Connector 1859">
                <a:extLst>
                  <a:ext uri="{FF2B5EF4-FFF2-40B4-BE49-F238E27FC236}">
                    <a16:creationId xmlns:a16="http://schemas.microsoft.com/office/drawing/2014/main" id="{9FB89F2F-F489-4165-AE11-FFE27B51285F}"/>
                  </a:ext>
                </a:extLst>
              </p:cNvPr>
              <p:cNvCxnSpPr/>
              <p:nvPr userDrawn="1"/>
            </p:nvCxnSpPr>
            <p:spPr>
              <a:xfrm>
                <a:off x="12481692" y="277585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1" name="Straight Connector 1860">
                <a:extLst>
                  <a:ext uri="{FF2B5EF4-FFF2-40B4-BE49-F238E27FC236}">
                    <a16:creationId xmlns:a16="http://schemas.microsoft.com/office/drawing/2014/main" id="{F7BAAA2E-0FB1-43C5-BF2B-212086AE8319}"/>
                  </a:ext>
                </a:extLst>
              </p:cNvPr>
              <p:cNvCxnSpPr/>
              <p:nvPr userDrawn="1"/>
            </p:nvCxnSpPr>
            <p:spPr>
              <a:xfrm>
                <a:off x="12481692" y="261256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2" name="Straight Connector 1861">
                <a:extLst>
                  <a:ext uri="{FF2B5EF4-FFF2-40B4-BE49-F238E27FC236}">
                    <a16:creationId xmlns:a16="http://schemas.microsoft.com/office/drawing/2014/main" id="{8E71BC40-A7EA-4C54-BA9F-1D06E59DA1EA}"/>
                  </a:ext>
                </a:extLst>
              </p:cNvPr>
              <p:cNvCxnSpPr/>
              <p:nvPr userDrawn="1"/>
            </p:nvCxnSpPr>
            <p:spPr>
              <a:xfrm>
                <a:off x="12481692" y="310242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3" name="Straight Connector 1862">
                <a:extLst>
                  <a:ext uri="{FF2B5EF4-FFF2-40B4-BE49-F238E27FC236}">
                    <a16:creationId xmlns:a16="http://schemas.microsoft.com/office/drawing/2014/main" id="{F4446A0B-E07A-49F5-8256-17E0D863436E}"/>
                  </a:ext>
                </a:extLst>
              </p:cNvPr>
              <p:cNvCxnSpPr/>
              <p:nvPr userDrawn="1"/>
            </p:nvCxnSpPr>
            <p:spPr>
              <a:xfrm>
                <a:off x="12481692" y="293913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4" name="Straight Connector 1863">
                <a:extLst>
                  <a:ext uri="{FF2B5EF4-FFF2-40B4-BE49-F238E27FC236}">
                    <a16:creationId xmlns:a16="http://schemas.microsoft.com/office/drawing/2014/main" id="{FA1E5DC1-6A01-4A68-A1AC-EA7B7604D4E5}"/>
                  </a:ext>
                </a:extLst>
              </p:cNvPr>
              <p:cNvCxnSpPr/>
              <p:nvPr userDrawn="1"/>
            </p:nvCxnSpPr>
            <p:spPr>
              <a:xfrm>
                <a:off x="12481692" y="342899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5" name="Straight Connector 1864">
                <a:extLst>
                  <a:ext uri="{FF2B5EF4-FFF2-40B4-BE49-F238E27FC236}">
                    <a16:creationId xmlns:a16="http://schemas.microsoft.com/office/drawing/2014/main" id="{E7138EF7-FBA2-4C13-B049-A4821AA85E14}"/>
                  </a:ext>
                </a:extLst>
              </p:cNvPr>
              <p:cNvCxnSpPr/>
              <p:nvPr userDrawn="1"/>
            </p:nvCxnSpPr>
            <p:spPr>
              <a:xfrm>
                <a:off x="12481692" y="326570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6" name="Straight Connector 1865">
                <a:extLst>
                  <a:ext uri="{FF2B5EF4-FFF2-40B4-BE49-F238E27FC236}">
                    <a16:creationId xmlns:a16="http://schemas.microsoft.com/office/drawing/2014/main" id="{EDCDE1AF-E0B5-4CE7-8625-32364359673C}"/>
                  </a:ext>
                </a:extLst>
              </p:cNvPr>
              <p:cNvCxnSpPr/>
              <p:nvPr userDrawn="1"/>
            </p:nvCxnSpPr>
            <p:spPr>
              <a:xfrm>
                <a:off x="12481692" y="375556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7" name="Straight Connector 1866">
                <a:extLst>
                  <a:ext uri="{FF2B5EF4-FFF2-40B4-BE49-F238E27FC236}">
                    <a16:creationId xmlns:a16="http://schemas.microsoft.com/office/drawing/2014/main" id="{9F6B3EC6-7F4C-49F7-A4C2-A0B7DBAD2178}"/>
                  </a:ext>
                </a:extLst>
              </p:cNvPr>
              <p:cNvCxnSpPr/>
              <p:nvPr userDrawn="1"/>
            </p:nvCxnSpPr>
            <p:spPr>
              <a:xfrm>
                <a:off x="12481692" y="359227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8" name="Straight Connector 1867">
                <a:extLst>
                  <a:ext uri="{FF2B5EF4-FFF2-40B4-BE49-F238E27FC236}">
                    <a16:creationId xmlns:a16="http://schemas.microsoft.com/office/drawing/2014/main" id="{0392A7A1-F502-4475-9491-ABC542C937EF}"/>
                  </a:ext>
                </a:extLst>
              </p:cNvPr>
              <p:cNvCxnSpPr/>
              <p:nvPr userDrawn="1"/>
            </p:nvCxnSpPr>
            <p:spPr>
              <a:xfrm>
                <a:off x="12481692" y="408175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9" name="Straight Connector 1868">
                <a:extLst>
                  <a:ext uri="{FF2B5EF4-FFF2-40B4-BE49-F238E27FC236}">
                    <a16:creationId xmlns:a16="http://schemas.microsoft.com/office/drawing/2014/main" id="{734D041E-063B-4497-85AA-7B8FBE417457}"/>
                  </a:ext>
                </a:extLst>
              </p:cNvPr>
              <p:cNvCxnSpPr/>
              <p:nvPr userDrawn="1"/>
            </p:nvCxnSpPr>
            <p:spPr>
              <a:xfrm>
                <a:off x="12481692" y="391846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0" name="Straight Connector 1869">
                <a:extLst>
                  <a:ext uri="{FF2B5EF4-FFF2-40B4-BE49-F238E27FC236}">
                    <a16:creationId xmlns:a16="http://schemas.microsoft.com/office/drawing/2014/main" id="{EC9749B8-000A-4818-BB0F-974419FD2021}"/>
                  </a:ext>
                </a:extLst>
              </p:cNvPr>
              <p:cNvCxnSpPr/>
              <p:nvPr userDrawn="1"/>
            </p:nvCxnSpPr>
            <p:spPr>
              <a:xfrm>
                <a:off x="12481692" y="440832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1" name="Straight Connector 1870">
                <a:extLst>
                  <a:ext uri="{FF2B5EF4-FFF2-40B4-BE49-F238E27FC236}">
                    <a16:creationId xmlns:a16="http://schemas.microsoft.com/office/drawing/2014/main" id="{8C30234A-BAC2-4ADB-ADE2-1CCA3DBC9092}"/>
                  </a:ext>
                </a:extLst>
              </p:cNvPr>
              <p:cNvCxnSpPr/>
              <p:nvPr userDrawn="1"/>
            </p:nvCxnSpPr>
            <p:spPr>
              <a:xfrm>
                <a:off x="12481692" y="424504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2" name="Straight Connector 1871">
                <a:extLst>
                  <a:ext uri="{FF2B5EF4-FFF2-40B4-BE49-F238E27FC236}">
                    <a16:creationId xmlns:a16="http://schemas.microsoft.com/office/drawing/2014/main" id="{6B6F744C-7013-45B9-9791-38F4976AE050}"/>
                  </a:ext>
                </a:extLst>
              </p:cNvPr>
              <p:cNvCxnSpPr/>
              <p:nvPr userDrawn="1"/>
            </p:nvCxnSpPr>
            <p:spPr>
              <a:xfrm>
                <a:off x="12481692" y="4734897"/>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3" name="Straight Connector 1872">
                <a:extLst>
                  <a:ext uri="{FF2B5EF4-FFF2-40B4-BE49-F238E27FC236}">
                    <a16:creationId xmlns:a16="http://schemas.microsoft.com/office/drawing/2014/main" id="{38A09CC4-4EE2-452A-8585-3C22C9462376}"/>
                  </a:ext>
                </a:extLst>
              </p:cNvPr>
              <p:cNvCxnSpPr/>
              <p:nvPr userDrawn="1"/>
            </p:nvCxnSpPr>
            <p:spPr>
              <a:xfrm>
                <a:off x="12481692" y="457161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4" name="Straight Connector 1873">
                <a:extLst>
                  <a:ext uri="{FF2B5EF4-FFF2-40B4-BE49-F238E27FC236}">
                    <a16:creationId xmlns:a16="http://schemas.microsoft.com/office/drawing/2014/main" id="{18047928-7E24-453B-9C35-D3F4D9727E33}"/>
                  </a:ext>
                </a:extLst>
              </p:cNvPr>
              <p:cNvCxnSpPr/>
              <p:nvPr userDrawn="1"/>
            </p:nvCxnSpPr>
            <p:spPr>
              <a:xfrm>
                <a:off x="12481692" y="5061468"/>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6" name="Straight Connector 1875">
                <a:extLst>
                  <a:ext uri="{FF2B5EF4-FFF2-40B4-BE49-F238E27FC236}">
                    <a16:creationId xmlns:a16="http://schemas.microsoft.com/office/drawing/2014/main" id="{AEB32B1B-FDD5-4DA4-B07C-87365241BE3E}"/>
                  </a:ext>
                </a:extLst>
              </p:cNvPr>
              <p:cNvCxnSpPr/>
              <p:nvPr userDrawn="1"/>
            </p:nvCxnSpPr>
            <p:spPr>
              <a:xfrm>
                <a:off x="12481692" y="5388039"/>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7" name="Straight Connector 1876">
                <a:extLst>
                  <a:ext uri="{FF2B5EF4-FFF2-40B4-BE49-F238E27FC236}">
                    <a16:creationId xmlns:a16="http://schemas.microsoft.com/office/drawing/2014/main" id="{2A0ABFEF-DF4E-4CEB-959C-B6B26B683376}"/>
                  </a:ext>
                </a:extLst>
              </p:cNvPr>
              <p:cNvCxnSpPr/>
              <p:nvPr userDrawn="1"/>
            </p:nvCxnSpPr>
            <p:spPr>
              <a:xfrm>
                <a:off x="12481692" y="5224753"/>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8" name="Straight Connector 1877">
                <a:extLst>
                  <a:ext uri="{FF2B5EF4-FFF2-40B4-BE49-F238E27FC236}">
                    <a16:creationId xmlns:a16="http://schemas.microsoft.com/office/drawing/2014/main" id="{3451E7DD-CB32-422A-8DF3-8F31E24E8239}"/>
                  </a:ext>
                </a:extLst>
              </p:cNvPr>
              <p:cNvCxnSpPr/>
              <p:nvPr userDrawn="1"/>
            </p:nvCxnSpPr>
            <p:spPr>
              <a:xfrm>
                <a:off x="12481692" y="5714610"/>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9" name="Straight Connector 1878">
                <a:extLst>
                  <a:ext uri="{FF2B5EF4-FFF2-40B4-BE49-F238E27FC236}">
                    <a16:creationId xmlns:a16="http://schemas.microsoft.com/office/drawing/2014/main" id="{D86475DA-391E-4A74-AD10-8794319D1EFB}"/>
                  </a:ext>
                </a:extLst>
              </p:cNvPr>
              <p:cNvCxnSpPr/>
              <p:nvPr userDrawn="1"/>
            </p:nvCxnSpPr>
            <p:spPr>
              <a:xfrm>
                <a:off x="12481692" y="5551324"/>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0" name="Straight Connector 1879">
                <a:extLst>
                  <a:ext uri="{FF2B5EF4-FFF2-40B4-BE49-F238E27FC236}">
                    <a16:creationId xmlns:a16="http://schemas.microsoft.com/office/drawing/2014/main" id="{2B166F54-2D92-4FBE-B9F4-1253F4EF6868}"/>
                  </a:ext>
                </a:extLst>
              </p:cNvPr>
              <p:cNvCxnSpPr/>
              <p:nvPr userDrawn="1"/>
            </p:nvCxnSpPr>
            <p:spPr>
              <a:xfrm>
                <a:off x="12481692" y="6041181"/>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1" name="Straight Connector 1880">
                <a:extLst>
                  <a:ext uri="{FF2B5EF4-FFF2-40B4-BE49-F238E27FC236}">
                    <a16:creationId xmlns:a16="http://schemas.microsoft.com/office/drawing/2014/main" id="{F02BF647-500B-4CB9-B89E-D7EAED4F6AE7}"/>
                  </a:ext>
                </a:extLst>
              </p:cNvPr>
              <p:cNvCxnSpPr/>
              <p:nvPr userDrawn="1"/>
            </p:nvCxnSpPr>
            <p:spPr>
              <a:xfrm>
                <a:off x="12481692" y="5877895"/>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2" name="Straight Connector 1881">
                <a:extLst>
                  <a:ext uri="{FF2B5EF4-FFF2-40B4-BE49-F238E27FC236}">
                    <a16:creationId xmlns:a16="http://schemas.microsoft.com/office/drawing/2014/main" id="{D4100C2F-A6CC-4330-AE7F-77C409F51318}"/>
                  </a:ext>
                </a:extLst>
              </p:cNvPr>
              <p:cNvCxnSpPr/>
              <p:nvPr userDrawn="1"/>
            </p:nvCxnSpPr>
            <p:spPr>
              <a:xfrm>
                <a:off x="12481692" y="6367752"/>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3" name="Straight Connector 1882">
                <a:extLst>
                  <a:ext uri="{FF2B5EF4-FFF2-40B4-BE49-F238E27FC236}">
                    <a16:creationId xmlns:a16="http://schemas.microsoft.com/office/drawing/2014/main" id="{736E85BA-741B-47DD-83C9-89BF1C9AC151}"/>
                  </a:ext>
                </a:extLst>
              </p:cNvPr>
              <p:cNvCxnSpPr/>
              <p:nvPr userDrawn="1"/>
            </p:nvCxnSpPr>
            <p:spPr>
              <a:xfrm>
                <a:off x="12481692" y="6204466"/>
                <a:ext cx="126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1" name="Straight Connector 2020">
                <a:extLst>
                  <a:ext uri="{FF2B5EF4-FFF2-40B4-BE49-F238E27FC236}">
                    <a16:creationId xmlns:a16="http://schemas.microsoft.com/office/drawing/2014/main" id="{E7775488-7784-403B-BC04-F7FEAFC1D23C}"/>
                  </a:ext>
                </a:extLst>
              </p:cNvPr>
              <p:cNvCxnSpPr/>
              <p:nvPr userDrawn="1"/>
            </p:nvCxnSpPr>
            <p:spPr>
              <a:xfrm>
                <a:off x="49427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2" name="Straight Connector 2021">
                <a:extLst>
                  <a:ext uri="{FF2B5EF4-FFF2-40B4-BE49-F238E27FC236}">
                    <a16:creationId xmlns:a16="http://schemas.microsoft.com/office/drawing/2014/main" id="{BCFE1D7B-6F55-42CB-B02B-856236CD9137}"/>
                  </a:ext>
                </a:extLst>
              </p:cNvPr>
              <p:cNvCxnSpPr/>
              <p:nvPr userDrawn="1"/>
            </p:nvCxnSpPr>
            <p:spPr>
              <a:xfrm>
                <a:off x="32951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3" name="Straight Connector 2022">
                <a:extLst>
                  <a:ext uri="{FF2B5EF4-FFF2-40B4-BE49-F238E27FC236}">
                    <a16:creationId xmlns:a16="http://schemas.microsoft.com/office/drawing/2014/main" id="{68E9AD67-5D0F-4D1D-B2C6-0F44E7A00DB5}"/>
                  </a:ext>
                </a:extLst>
              </p:cNvPr>
              <p:cNvCxnSpPr/>
              <p:nvPr userDrawn="1"/>
            </p:nvCxnSpPr>
            <p:spPr>
              <a:xfrm>
                <a:off x="82378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4" name="Straight Connector 2023">
                <a:extLst>
                  <a:ext uri="{FF2B5EF4-FFF2-40B4-BE49-F238E27FC236}">
                    <a16:creationId xmlns:a16="http://schemas.microsoft.com/office/drawing/2014/main" id="{6A77AADB-CF97-4212-BF30-FCD05F619287}"/>
                  </a:ext>
                </a:extLst>
              </p:cNvPr>
              <p:cNvCxnSpPr/>
              <p:nvPr userDrawn="1"/>
            </p:nvCxnSpPr>
            <p:spPr>
              <a:xfrm>
                <a:off x="65902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5" name="Straight Connector 2024">
                <a:extLst>
                  <a:ext uri="{FF2B5EF4-FFF2-40B4-BE49-F238E27FC236}">
                    <a16:creationId xmlns:a16="http://schemas.microsoft.com/office/drawing/2014/main" id="{324FC146-C2BF-4C87-B40C-8E3578830F57}"/>
                  </a:ext>
                </a:extLst>
              </p:cNvPr>
              <p:cNvCxnSpPr/>
              <p:nvPr userDrawn="1"/>
            </p:nvCxnSpPr>
            <p:spPr>
              <a:xfrm>
                <a:off x="115330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6" name="Straight Connector 2025">
                <a:extLst>
                  <a:ext uri="{FF2B5EF4-FFF2-40B4-BE49-F238E27FC236}">
                    <a16:creationId xmlns:a16="http://schemas.microsoft.com/office/drawing/2014/main" id="{EC2B6437-2BB5-471E-ABC2-7E7904E3D4C3}"/>
                  </a:ext>
                </a:extLst>
              </p:cNvPr>
              <p:cNvCxnSpPr/>
              <p:nvPr userDrawn="1"/>
            </p:nvCxnSpPr>
            <p:spPr>
              <a:xfrm>
                <a:off x="98854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7" name="Straight Connector 2026">
                <a:extLst>
                  <a:ext uri="{FF2B5EF4-FFF2-40B4-BE49-F238E27FC236}">
                    <a16:creationId xmlns:a16="http://schemas.microsoft.com/office/drawing/2014/main" id="{52BB5111-C422-4C26-8C98-E36EF8D4915A}"/>
                  </a:ext>
                </a:extLst>
              </p:cNvPr>
              <p:cNvCxnSpPr/>
              <p:nvPr userDrawn="1"/>
            </p:nvCxnSpPr>
            <p:spPr>
              <a:xfrm>
                <a:off x="148281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8" name="Straight Connector 2027">
                <a:extLst>
                  <a:ext uri="{FF2B5EF4-FFF2-40B4-BE49-F238E27FC236}">
                    <a16:creationId xmlns:a16="http://schemas.microsoft.com/office/drawing/2014/main" id="{57E7B28E-78CD-4304-901F-45AA13D106A1}"/>
                  </a:ext>
                </a:extLst>
              </p:cNvPr>
              <p:cNvCxnSpPr/>
              <p:nvPr userDrawn="1"/>
            </p:nvCxnSpPr>
            <p:spPr>
              <a:xfrm>
                <a:off x="131805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9" name="Straight Connector 2028">
                <a:extLst>
                  <a:ext uri="{FF2B5EF4-FFF2-40B4-BE49-F238E27FC236}">
                    <a16:creationId xmlns:a16="http://schemas.microsoft.com/office/drawing/2014/main" id="{C854AE8E-D93F-4651-89BA-5113864C436B}"/>
                  </a:ext>
                </a:extLst>
              </p:cNvPr>
              <p:cNvCxnSpPr/>
              <p:nvPr userDrawn="1"/>
            </p:nvCxnSpPr>
            <p:spPr>
              <a:xfrm>
                <a:off x="181232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0" name="Straight Connector 2029">
                <a:extLst>
                  <a:ext uri="{FF2B5EF4-FFF2-40B4-BE49-F238E27FC236}">
                    <a16:creationId xmlns:a16="http://schemas.microsoft.com/office/drawing/2014/main" id="{2F10C3E3-B5E1-4AFE-A016-EA667102B8E5}"/>
                  </a:ext>
                </a:extLst>
              </p:cNvPr>
              <p:cNvCxnSpPr/>
              <p:nvPr userDrawn="1"/>
            </p:nvCxnSpPr>
            <p:spPr>
              <a:xfrm>
                <a:off x="164757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1" name="Straight Connector 2030">
                <a:extLst>
                  <a:ext uri="{FF2B5EF4-FFF2-40B4-BE49-F238E27FC236}">
                    <a16:creationId xmlns:a16="http://schemas.microsoft.com/office/drawing/2014/main" id="{2E4C1715-969B-4A57-AB1C-A7B9416B8940}"/>
                  </a:ext>
                </a:extLst>
              </p:cNvPr>
              <p:cNvCxnSpPr/>
              <p:nvPr userDrawn="1"/>
            </p:nvCxnSpPr>
            <p:spPr>
              <a:xfrm>
                <a:off x="214184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2" name="Straight Connector 2031">
                <a:extLst>
                  <a:ext uri="{FF2B5EF4-FFF2-40B4-BE49-F238E27FC236}">
                    <a16:creationId xmlns:a16="http://schemas.microsoft.com/office/drawing/2014/main" id="{158CE7B0-F5BE-4A43-8581-8996297032EE}"/>
                  </a:ext>
                </a:extLst>
              </p:cNvPr>
              <p:cNvCxnSpPr/>
              <p:nvPr userDrawn="1"/>
            </p:nvCxnSpPr>
            <p:spPr>
              <a:xfrm>
                <a:off x="197708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3" name="Straight Connector 2032">
                <a:extLst>
                  <a:ext uri="{FF2B5EF4-FFF2-40B4-BE49-F238E27FC236}">
                    <a16:creationId xmlns:a16="http://schemas.microsoft.com/office/drawing/2014/main" id="{66158B0E-679A-42D3-9371-E559F3212A00}"/>
                  </a:ext>
                </a:extLst>
              </p:cNvPr>
              <p:cNvCxnSpPr/>
              <p:nvPr userDrawn="1"/>
            </p:nvCxnSpPr>
            <p:spPr>
              <a:xfrm>
                <a:off x="247135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4" name="Straight Connector 2033">
                <a:extLst>
                  <a:ext uri="{FF2B5EF4-FFF2-40B4-BE49-F238E27FC236}">
                    <a16:creationId xmlns:a16="http://schemas.microsoft.com/office/drawing/2014/main" id="{041138B8-72FE-4238-8CD3-A948B4811361}"/>
                  </a:ext>
                </a:extLst>
              </p:cNvPr>
              <p:cNvCxnSpPr/>
              <p:nvPr userDrawn="1"/>
            </p:nvCxnSpPr>
            <p:spPr>
              <a:xfrm>
                <a:off x="230659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5" name="Straight Connector 2034">
                <a:extLst>
                  <a:ext uri="{FF2B5EF4-FFF2-40B4-BE49-F238E27FC236}">
                    <a16:creationId xmlns:a16="http://schemas.microsoft.com/office/drawing/2014/main" id="{9C203DDF-9EC6-42CA-82A4-B36E9732D657}"/>
                  </a:ext>
                </a:extLst>
              </p:cNvPr>
              <p:cNvCxnSpPr/>
              <p:nvPr userDrawn="1"/>
            </p:nvCxnSpPr>
            <p:spPr>
              <a:xfrm>
                <a:off x="280087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6" name="Straight Connector 2035">
                <a:extLst>
                  <a:ext uri="{FF2B5EF4-FFF2-40B4-BE49-F238E27FC236}">
                    <a16:creationId xmlns:a16="http://schemas.microsoft.com/office/drawing/2014/main" id="{45917DC4-72A8-445B-A89D-DB24F13E75B5}"/>
                  </a:ext>
                </a:extLst>
              </p:cNvPr>
              <p:cNvCxnSpPr/>
              <p:nvPr userDrawn="1"/>
            </p:nvCxnSpPr>
            <p:spPr>
              <a:xfrm>
                <a:off x="263611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7" name="Straight Connector 2036">
                <a:extLst>
                  <a:ext uri="{FF2B5EF4-FFF2-40B4-BE49-F238E27FC236}">
                    <a16:creationId xmlns:a16="http://schemas.microsoft.com/office/drawing/2014/main" id="{250E3C34-4E8B-4492-83A8-F62ED6E47ECB}"/>
                  </a:ext>
                </a:extLst>
              </p:cNvPr>
              <p:cNvCxnSpPr/>
              <p:nvPr userDrawn="1"/>
            </p:nvCxnSpPr>
            <p:spPr>
              <a:xfrm>
                <a:off x="313038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8" name="Straight Connector 2037">
                <a:extLst>
                  <a:ext uri="{FF2B5EF4-FFF2-40B4-BE49-F238E27FC236}">
                    <a16:creationId xmlns:a16="http://schemas.microsoft.com/office/drawing/2014/main" id="{2DA6F0F4-D527-4063-ABE6-DA7B1AFA0343}"/>
                  </a:ext>
                </a:extLst>
              </p:cNvPr>
              <p:cNvCxnSpPr/>
              <p:nvPr userDrawn="1"/>
            </p:nvCxnSpPr>
            <p:spPr>
              <a:xfrm>
                <a:off x="296562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9" name="Straight Connector 2038">
                <a:extLst>
                  <a:ext uri="{FF2B5EF4-FFF2-40B4-BE49-F238E27FC236}">
                    <a16:creationId xmlns:a16="http://schemas.microsoft.com/office/drawing/2014/main" id="{4ADD9BC8-05F2-4ACD-B6AF-D75161CC54BF}"/>
                  </a:ext>
                </a:extLst>
              </p:cNvPr>
              <p:cNvCxnSpPr/>
              <p:nvPr userDrawn="1"/>
            </p:nvCxnSpPr>
            <p:spPr>
              <a:xfrm>
                <a:off x="345989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0" name="Straight Connector 2039">
                <a:extLst>
                  <a:ext uri="{FF2B5EF4-FFF2-40B4-BE49-F238E27FC236}">
                    <a16:creationId xmlns:a16="http://schemas.microsoft.com/office/drawing/2014/main" id="{9F6DE046-7C11-473D-826E-ECFF5561C559}"/>
                  </a:ext>
                </a:extLst>
              </p:cNvPr>
              <p:cNvCxnSpPr/>
              <p:nvPr userDrawn="1"/>
            </p:nvCxnSpPr>
            <p:spPr>
              <a:xfrm>
                <a:off x="329514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1" name="Straight Connector 2040">
                <a:extLst>
                  <a:ext uri="{FF2B5EF4-FFF2-40B4-BE49-F238E27FC236}">
                    <a16:creationId xmlns:a16="http://schemas.microsoft.com/office/drawing/2014/main" id="{CA944FFF-70A6-4FF9-A022-A40BFBCD9312}"/>
                  </a:ext>
                </a:extLst>
              </p:cNvPr>
              <p:cNvCxnSpPr/>
              <p:nvPr userDrawn="1"/>
            </p:nvCxnSpPr>
            <p:spPr>
              <a:xfrm>
                <a:off x="378941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2" name="Straight Connector 2041">
                <a:extLst>
                  <a:ext uri="{FF2B5EF4-FFF2-40B4-BE49-F238E27FC236}">
                    <a16:creationId xmlns:a16="http://schemas.microsoft.com/office/drawing/2014/main" id="{3C2DFD9C-328E-4B1F-8B1C-6671D1EBF9DB}"/>
                  </a:ext>
                </a:extLst>
              </p:cNvPr>
              <p:cNvCxnSpPr/>
              <p:nvPr userDrawn="1"/>
            </p:nvCxnSpPr>
            <p:spPr>
              <a:xfrm>
                <a:off x="362465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3" name="Straight Connector 2042">
                <a:extLst>
                  <a:ext uri="{FF2B5EF4-FFF2-40B4-BE49-F238E27FC236}">
                    <a16:creationId xmlns:a16="http://schemas.microsoft.com/office/drawing/2014/main" id="{29C922E8-2F3D-43CE-A121-17CF94547BAD}"/>
                  </a:ext>
                </a:extLst>
              </p:cNvPr>
              <p:cNvCxnSpPr/>
              <p:nvPr userDrawn="1"/>
            </p:nvCxnSpPr>
            <p:spPr>
              <a:xfrm>
                <a:off x="411892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4" name="Straight Connector 2043">
                <a:extLst>
                  <a:ext uri="{FF2B5EF4-FFF2-40B4-BE49-F238E27FC236}">
                    <a16:creationId xmlns:a16="http://schemas.microsoft.com/office/drawing/2014/main" id="{7A93877F-AB12-4FF8-91C4-04D0B4ECC66A}"/>
                  </a:ext>
                </a:extLst>
              </p:cNvPr>
              <p:cNvCxnSpPr/>
              <p:nvPr userDrawn="1"/>
            </p:nvCxnSpPr>
            <p:spPr>
              <a:xfrm>
                <a:off x="395416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5" name="Straight Connector 2044">
                <a:extLst>
                  <a:ext uri="{FF2B5EF4-FFF2-40B4-BE49-F238E27FC236}">
                    <a16:creationId xmlns:a16="http://schemas.microsoft.com/office/drawing/2014/main" id="{935663A9-3DAF-4FEA-B361-F7CDC8C4262A}"/>
                  </a:ext>
                </a:extLst>
              </p:cNvPr>
              <p:cNvCxnSpPr/>
              <p:nvPr userDrawn="1"/>
            </p:nvCxnSpPr>
            <p:spPr>
              <a:xfrm>
                <a:off x="444844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6" name="Straight Connector 2045">
                <a:extLst>
                  <a:ext uri="{FF2B5EF4-FFF2-40B4-BE49-F238E27FC236}">
                    <a16:creationId xmlns:a16="http://schemas.microsoft.com/office/drawing/2014/main" id="{348D3BE9-3FCA-4C32-81F4-B88BA2668C71}"/>
                  </a:ext>
                </a:extLst>
              </p:cNvPr>
              <p:cNvCxnSpPr/>
              <p:nvPr userDrawn="1"/>
            </p:nvCxnSpPr>
            <p:spPr>
              <a:xfrm>
                <a:off x="428368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7" name="Straight Connector 2046">
                <a:extLst>
                  <a:ext uri="{FF2B5EF4-FFF2-40B4-BE49-F238E27FC236}">
                    <a16:creationId xmlns:a16="http://schemas.microsoft.com/office/drawing/2014/main" id="{3DAAF9E5-FC2D-41C4-A0F9-5294F77E362D}"/>
                  </a:ext>
                </a:extLst>
              </p:cNvPr>
              <p:cNvCxnSpPr/>
              <p:nvPr userDrawn="1"/>
            </p:nvCxnSpPr>
            <p:spPr>
              <a:xfrm>
                <a:off x="477795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8" name="Straight Connector 2047">
                <a:extLst>
                  <a:ext uri="{FF2B5EF4-FFF2-40B4-BE49-F238E27FC236}">
                    <a16:creationId xmlns:a16="http://schemas.microsoft.com/office/drawing/2014/main" id="{E7DF4BB4-CC67-4504-963E-61FA8714FA3B}"/>
                  </a:ext>
                </a:extLst>
              </p:cNvPr>
              <p:cNvCxnSpPr/>
              <p:nvPr userDrawn="1"/>
            </p:nvCxnSpPr>
            <p:spPr>
              <a:xfrm>
                <a:off x="461319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49" name="Straight Connector 2048">
                <a:extLst>
                  <a:ext uri="{FF2B5EF4-FFF2-40B4-BE49-F238E27FC236}">
                    <a16:creationId xmlns:a16="http://schemas.microsoft.com/office/drawing/2014/main" id="{EE734A94-C376-4C99-98CE-E1B12E811DC8}"/>
                  </a:ext>
                </a:extLst>
              </p:cNvPr>
              <p:cNvCxnSpPr/>
              <p:nvPr userDrawn="1"/>
            </p:nvCxnSpPr>
            <p:spPr>
              <a:xfrm>
                <a:off x="510746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0" name="Straight Connector 2049">
                <a:extLst>
                  <a:ext uri="{FF2B5EF4-FFF2-40B4-BE49-F238E27FC236}">
                    <a16:creationId xmlns:a16="http://schemas.microsoft.com/office/drawing/2014/main" id="{865EE46D-C843-4A85-BA7D-E64DCF36E286}"/>
                  </a:ext>
                </a:extLst>
              </p:cNvPr>
              <p:cNvCxnSpPr/>
              <p:nvPr userDrawn="1"/>
            </p:nvCxnSpPr>
            <p:spPr>
              <a:xfrm>
                <a:off x="494271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1" name="Straight Connector 2050">
                <a:extLst>
                  <a:ext uri="{FF2B5EF4-FFF2-40B4-BE49-F238E27FC236}">
                    <a16:creationId xmlns:a16="http://schemas.microsoft.com/office/drawing/2014/main" id="{AF1C7CAA-6590-4527-B14A-DB14548A9F12}"/>
                  </a:ext>
                </a:extLst>
              </p:cNvPr>
              <p:cNvCxnSpPr/>
              <p:nvPr userDrawn="1"/>
            </p:nvCxnSpPr>
            <p:spPr>
              <a:xfrm>
                <a:off x="543698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2" name="Straight Connector 2051">
                <a:extLst>
                  <a:ext uri="{FF2B5EF4-FFF2-40B4-BE49-F238E27FC236}">
                    <a16:creationId xmlns:a16="http://schemas.microsoft.com/office/drawing/2014/main" id="{A3A71923-A512-4D0E-9FB4-90750AA5BCE6}"/>
                  </a:ext>
                </a:extLst>
              </p:cNvPr>
              <p:cNvCxnSpPr/>
              <p:nvPr userDrawn="1"/>
            </p:nvCxnSpPr>
            <p:spPr>
              <a:xfrm>
                <a:off x="527222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3" name="Straight Connector 2052">
                <a:extLst>
                  <a:ext uri="{FF2B5EF4-FFF2-40B4-BE49-F238E27FC236}">
                    <a16:creationId xmlns:a16="http://schemas.microsoft.com/office/drawing/2014/main" id="{762BFA0C-869D-4074-BA13-586C7453508C}"/>
                  </a:ext>
                </a:extLst>
              </p:cNvPr>
              <p:cNvCxnSpPr/>
              <p:nvPr userDrawn="1"/>
            </p:nvCxnSpPr>
            <p:spPr>
              <a:xfrm>
                <a:off x="576649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4" name="Straight Connector 2053">
                <a:extLst>
                  <a:ext uri="{FF2B5EF4-FFF2-40B4-BE49-F238E27FC236}">
                    <a16:creationId xmlns:a16="http://schemas.microsoft.com/office/drawing/2014/main" id="{45DD90F0-013E-470F-B932-DF34112F9148}"/>
                  </a:ext>
                </a:extLst>
              </p:cNvPr>
              <p:cNvCxnSpPr/>
              <p:nvPr userDrawn="1"/>
            </p:nvCxnSpPr>
            <p:spPr>
              <a:xfrm>
                <a:off x="560173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5" name="Straight Connector 2054">
                <a:extLst>
                  <a:ext uri="{FF2B5EF4-FFF2-40B4-BE49-F238E27FC236}">
                    <a16:creationId xmlns:a16="http://schemas.microsoft.com/office/drawing/2014/main" id="{13AE674F-F33B-4A4B-B56D-548693F3C815}"/>
                  </a:ext>
                </a:extLst>
              </p:cNvPr>
              <p:cNvCxnSpPr/>
              <p:nvPr userDrawn="1"/>
            </p:nvCxnSpPr>
            <p:spPr>
              <a:xfrm>
                <a:off x="609601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6" name="Straight Connector 2055">
                <a:extLst>
                  <a:ext uri="{FF2B5EF4-FFF2-40B4-BE49-F238E27FC236}">
                    <a16:creationId xmlns:a16="http://schemas.microsoft.com/office/drawing/2014/main" id="{A680FD1A-7D29-481B-B6C3-2DEAB6286BCC}"/>
                  </a:ext>
                </a:extLst>
              </p:cNvPr>
              <p:cNvCxnSpPr/>
              <p:nvPr userDrawn="1"/>
            </p:nvCxnSpPr>
            <p:spPr>
              <a:xfrm>
                <a:off x="593125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7" name="Straight Connector 2056">
                <a:extLst>
                  <a:ext uri="{FF2B5EF4-FFF2-40B4-BE49-F238E27FC236}">
                    <a16:creationId xmlns:a16="http://schemas.microsoft.com/office/drawing/2014/main" id="{2C3A5CB2-2CE4-46D5-876B-ABBCC2F3E017}"/>
                  </a:ext>
                </a:extLst>
              </p:cNvPr>
              <p:cNvCxnSpPr/>
              <p:nvPr userDrawn="1"/>
            </p:nvCxnSpPr>
            <p:spPr>
              <a:xfrm>
                <a:off x="642552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8" name="Straight Connector 2057">
                <a:extLst>
                  <a:ext uri="{FF2B5EF4-FFF2-40B4-BE49-F238E27FC236}">
                    <a16:creationId xmlns:a16="http://schemas.microsoft.com/office/drawing/2014/main" id="{403D01B7-569C-4059-9608-4A861B81AF1A}"/>
                  </a:ext>
                </a:extLst>
              </p:cNvPr>
              <p:cNvCxnSpPr/>
              <p:nvPr userDrawn="1"/>
            </p:nvCxnSpPr>
            <p:spPr>
              <a:xfrm>
                <a:off x="626076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59" name="Straight Connector 2058">
                <a:extLst>
                  <a:ext uri="{FF2B5EF4-FFF2-40B4-BE49-F238E27FC236}">
                    <a16:creationId xmlns:a16="http://schemas.microsoft.com/office/drawing/2014/main" id="{1ABF768A-3814-4A15-90CF-BDACE6502F77}"/>
                  </a:ext>
                </a:extLst>
              </p:cNvPr>
              <p:cNvCxnSpPr/>
              <p:nvPr userDrawn="1"/>
            </p:nvCxnSpPr>
            <p:spPr>
              <a:xfrm>
                <a:off x="659028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0" name="Straight Connector 2059">
                <a:extLst>
                  <a:ext uri="{FF2B5EF4-FFF2-40B4-BE49-F238E27FC236}">
                    <a16:creationId xmlns:a16="http://schemas.microsoft.com/office/drawing/2014/main" id="{FCFCFDC3-7C9D-45CE-A25A-F9D0990F0DA5}"/>
                  </a:ext>
                </a:extLst>
              </p:cNvPr>
              <p:cNvCxnSpPr/>
              <p:nvPr userDrawn="1"/>
            </p:nvCxnSpPr>
            <p:spPr>
              <a:xfrm>
                <a:off x="691979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1" name="Straight Connector 2060">
                <a:extLst>
                  <a:ext uri="{FF2B5EF4-FFF2-40B4-BE49-F238E27FC236}">
                    <a16:creationId xmlns:a16="http://schemas.microsoft.com/office/drawing/2014/main" id="{502D6FFE-63AA-48A3-A3A2-EA8186B7CE75}"/>
                  </a:ext>
                </a:extLst>
              </p:cNvPr>
              <p:cNvCxnSpPr/>
              <p:nvPr userDrawn="1"/>
            </p:nvCxnSpPr>
            <p:spPr>
              <a:xfrm>
                <a:off x="675503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2" name="Straight Connector 2061">
                <a:extLst>
                  <a:ext uri="{FF2B5EF4-FFF2-40B4-BE49-F238E27FC236}">
                    <a16:creationId xmlns:a16="http://schemas.microsoft.com/office/drawing/2014/main" id="{45D02340-9CEF-4D15-8728-8CE100E598AD}"/>
                  </a:ext>
                </a:extLst>
              </p:cNvPr>
              <p:cNvCxnSpPr/>
              <p:nvPr userDrawn="1"/>
            </p:nvCxnSpPr>
            <p:spPr>
              <a:xfrm>
                <a:off x="724930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3" name="Straight Connector 2062">
                <a:extLst>
                  <a:ext uri="{FF2B5EF4-FFF2-40B4-BE49-F238E27FC236}">
                    <a16:creationId xmlns:a16="http://schemas.microsoft.com/office/drawing/2014/main" id="{48E771BA-5C48-40DE-821E-676678C2CE43}"/>
                  </a:ext>
                </a:extLst>
              </p:cNvPr>
              <p:cNvCxnSpPr/>
              <p:nvPr userDrawn="1"/>
            </p:nvCxnSpPr>
            <p:spPr>
              <a:xfrm>
                <a:off x="708455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4" name="Straight Connector 2063">
                <a:extLst>
                  <a:ext uri="{FF2B5EF4-FFF2-40B4-BE49-F238E27FC236}">
                    <a16:creationId xmlns:a16="http://schemas.microsoft.com/office/drawing/2014/main" id="{6677D2F6-CD4B-448A-A392-97ABF94545FA}"/>
                  </a:ext>
                </a:extLst>
              </p:cNvPr>
              <p:cNvCxnSpPr/>
              <p:nvPr userDrawn="1"/>
            </p:nvCxnSpPr>
            <p:spPr>
              <a:xfrm>
                <a:off x="757882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5" name="Straight Connector 2064">
                <a:extLst>
                  <a:ext uri="{FF2B5EF4-FFF2-40B4-BE49-F238E27FC236}">
                    <a16:creationId xmlns:a16="http://schemas.microsoft.com/office/drawing/2014/main" id="{64CC4814-104F-4D03-8563-371B90F226B0}"/>
                  </a:ext>
                </a:extLst>
              </p:cNvPr>
              <p:cNvCxnSpPr/>
              <p:nvPr userDrawn="1"/>
            </p:nvCxnSpPr>
            <p:spPr>
              <a:xfrm>
                <a:off x="741406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6" name="Straight Connector 2065">
                <a:extLst>
                  <a:ext uri="{FF2B5EF4-FFF2-40B4-BE49-F238E27FC236}">
                    <a16:creationId xmlns:a16="http://schemas.microsoft.com/office/drawing/2014/main" id="{AAAE3F7E-7C9A-4A46-9A19-BE2828746503}"/>
                  </a:ext>
                </a:extLst>
              </p:cNvPr>
              <p:cNvCxnSpPr/>
              <p:nvPr userDrawn="1"/>
            </p:nvCxnSpPr>
            <p:spPr>
              <a:xfrm>
                <a:off x="790833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7" name="Straight Connector 2066">
                <a:extLst>
                  <a:ext uri="{FF2B5EF4-FFF2-40B4-BE49-F238E27FC236}">
                    <a16:creationId xmlns:a16="http://schemas.microsoft.com/office/drawing/2014/main" id="{66306011-B0C8-4751-B99B-CD8502EB33BD}"/>
                  </a:ext>
                </a:extLst>
              </p:cNvPr>
              <p:cNvCxnSpPr/>
              <p:nvPr userDrawn="1"/>
            </p:nvCxnSpPr>
            <p:spPr>
              <a:xfrm>
                <a:off x="774357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8" name="Straight Connector 2067">
                <a:extLst>
                  <a:ext uri="{FF2B5EF4-FFF2-40B4-BE49-F238E27FC236}">
                    <a16:creationId xmlns:a16="http://schemas.microsoft.com/office/drawing/2014/main" id="{6C77A301-58B5-4369-BDF7-67D58A257A01}"/>
                  </a:ext>
                </a:extLst>
              </p:cNvPr>
              <p:cNvCxnSpPr/>
              <p:nvPr userDrawn="1"/>
            </p:nvCxnSpPr>
            <p:spPr>
              <a:xfrm>
                <a:off x="823785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69" name="Straight Connector 2068">
                <a:extLst>
                  <a:ext uri="{FF2B5EF4-FFF2-40B4-BE49-F238E27FC236}">
                    <a16:creationId xmlns:a16="http://schemas.microsoft.com/office/drawing/2014/main" id="{CA097E7B-A969-46D4-8193-89CFFA1C307D}"/>
                  </a:ext>
                </a:extLst>
              </p:cNvPr>
              <p:cNvCxnSpPr/>
              <p:nvPr userDrawn="1"/>
            </p:nvCxnSpPr>
            <p:spPr>
              <a:xfrm>
                <a:off x="807309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0" name="Straight Connector 2069">
                <a:extLst>
                  <a:ext uri="{FF2B5EF4-FFF2-40B4-BE49-F238E27FC236}">
                    <a16:creationId xmlns:a16="http://schemas.microsoft.com/office/drawing/2014/main" id="{85326DB9-2FFE-4E9B-9018-91D22694127E}"/>
                  </a:ext>
                </a:extLst>
              </p:cNvPr>
              <p:cNvCxnSpPr/>
              <p:nvPr userDrawn="1"/>
            </p:nvCxnSpPr>
            <p:spPr>
              <a:xfrm>
                <a:off x="856736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1" name="Straight Connector 2070">
                <a:extLst>
                  <a:ext uri="{FF2B5EF4-FFF2-40B4-BE49-F238E27FC236}">
                    <a16:creationId xmlns:a16="http://schemas.microsoft.com/office/drawing/2014/main" id="{FA90063D-1E8D-4171-950D-0515962A8A4C}"/>
                  </a:ext>
                </a:extLst>
              </p:cNvPr>
              <p:cNvCxnSpPr/>
              <p:nvPr userDrawn="1"/>
            </p:nvCxnSpPr>
            <p:spPr>
              <a:xfrm>
                <a:off x="840260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2" name="Straight Connector 2071">
                <a:extLst>
                  <a:ext uri="{FF2B5EF4-FFF2-40B4-BE49-F238E27FC236}">
                    <a16:creationId xmlns:a16="http://schemas.microsoft.com/office/drawing/2014/main" id="{07D091C2-97B3-4AA9-BF62-A6C5EB90FCCF}"/>
                  </a:ext>
                </a:extLst>
              </p:cNvPr>
              <p:cNvCxnSpPr/>
              <p:nvPr userDrawn="1"/>
            </p:nvCxnSpPr>
            <p:spPr>
              <a:xfrm>
                <a:off x="889687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3" name="Straight Connector 2072">
                <a:extLst>
                  <a:ext uri="{FF2B5EF4-FFF2-40B4-BE49-F238E27FC236}">
                    <a16:creationId xmlns:a16="http://schemas.microsoft.com/office/drawing/2014/main" id="{BCDDE9C1-2235-4F77-851D-2A5D7A6D307E}"/>
                  </a:ext>
                </a:extLst>
              </p:cNvPr>
              <p:cNvCxnSpPr/>
              <p:nvPr userDrawn="1"/>
            </p:nvCxnSpPr>
            <p:spPr>
              <a:xfrm>
                <a:off x="873212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4" name="Straight Connector 2073">
                <a:extLst>
                  <a:ext uri="{FF2B5EF4-FFF2-40B4-BE49-F238E27FC236}">
                    <a16:creationId xmlns:a16="http://schemas.microsoft.com/office/drawing/2014/main" id="{1358DD33-9840-49F5-916C-281567870CAB}"/>
                  </a:ext>
                </a:extLst>
              </p:cNvPr>
              <p:cNvCxnSpPr/>
              <p:nvPr userDrawn="1"/>
            </p:nvCxnSpPr>
            <p:spPr>
              <a:xfrm>
                <a:off x="922639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5" name="Straight Connector 2074">
                <a:extLst>
                  <a:ext uri="{FF2B5EF4-FFF2-40B4-BE49-F238E27FC236}">
                    <a16:creationId xmlns:a16="http://schemas.microsoft.com/office/drawing/2014/main" id="{33E555CD-25CB-45A8-9457-432593C24ACA}"/>
                  </a:ext>
                </a:extLst>
              </p:cNvPr>
              <p:cNvCxnSpPr/>
              <p:nvPr userDrawn="1"/>
            </p:nvCxnSpPr>
            <p:spPr>
              <a:xfrm>
                <a:off x="906163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6" name="Straight Connector 2075">
                <a:extLst>
                  <a:ext uri="{FF2B5EF4-FFF2-40B4-BE49-F238E27FC236}">
                    <a16:creationId xmlns:a16="http://schemas.microsoft.com/office/drawing/2014/main" id="{1320B94B-8741-4C4D-BFAE-1155B5D4DF33}"/>
                  </a:ext>
                </a:extLst>
              </p:cNvPr>
              <p:cNvCxnSpPr/>
              <p:nvPr userDrawn="1"/>
            </p:nvCxnSpPr>
            <p:spPr>
              <a:xfrm>
                <a:off x="955590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7" name="Straight Connector 2076">
                <a:extLst>
                  <a:ext uri="{FF2B5EF4-FFF2-40B4-BE49-F238E27FC236}">
                    <a16:creationId xmlns:a16="http://schemas.microsoft.com/office/drawing/2014/main" id="{A64B07E2-57C0-4074-8FC5-5D8E56152217}"/>
                  </a:ext>
                </a:extLst>
              </p:cNvPr>
              <p:cNvCxnSpPr/>
              <p:nvPr userDrawn="1"/>
            </p:nvCxnSpPr>
            <p:spPr>
              <a:xfrm>
                <a:off x="939114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8" name="Straight Connector 2077">
                <a:extLst>
                  <a:ext uri="{FF2B5EF4-FFF2-40B4-BE49-F238E27FC236}">
                    <a16:creationId xmlns:a16="http://schemas.microsoft.com/office/drawing/2014/main" id="{386FE378-792B-4FF4-97B5-9059EEA24E33}"/>
                  </a:ext>
                </a:extLst>
              </p:cNvPr>
              <p:cNvCxnSpPr/>
              <p:nvPr userDrawn="1"/>
            </p:nvCxnSpPr>
            <p:spPr>
              <a:xfrm>
                <a:off x="988542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79" name="Straight Connector 2078">
                <a:extLst>
                  <a:ext uri="{FF2B5EF4-FFF2-40B4-BE49-F238E27FC236}">
                    <a16:creationId xmlns:a16="http://schemas.microsoft.com/office/drawing/2014/main" id="{F2A3D371-9C51-417D-9B2B-61374FE4851F}"/>
                  </a:ext>
                </a:extLst>
              </p:cNvPr>
              <p:cNvCxnSpPr/>
              <p:nvPr userDrawn="1"/>
            </p:nvCxnSpPr>
            <p:spPr>
              <a:xfrm>
                <a:off x="972066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0" name="Straight Connector 2079">
                <a:extLst>
                  <a:ext uri="{FF2B5EF4-FFF2-40B4-BE49-F238E27FC236}">
                    <a16:creationId xmlns:a16="http://schemas.microsoft.com/office/drawing/2014/main" id="{DA1FD462-14C4-4DE1-974A-01E6227E82A2}"/>
                  </a:ext>
                </a:extLst>
              </p:cNvPr>
              <p:cNvCxnSpPr/>
              <p:nvPr userDrawn="1"/>
            </p:nvCxnSpPr>
            <p:spPr>
              <a:xfrm>
                <a:off x="1021493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1" name="Straight Connector 2080">
                <a:extLst>
                  <a:ext uri="{FF2B5EF4-FFF2-40B4-BE49-F238E27FC236}">
                    <a16:creationId xmlns:a16="http://schemas.microsoft.com/office/drawing/2014/main" id="{A83DF3A0-6082-4977-A8F9-A056B16EE32F}"/>
                  </a:ext>
                </a:extLst>
              </p:cNvPr>
              <p:cNvCxnSpPr/>
              <p:nvPr userDrawn="1"/>
            </p:nvCxnSpPr>
            <p:spPr>
              <a:xfrm>
                <a:off x="1005017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2" name="Straight Connector 2081">
                <a:extLst>
                  <a:ext uri="{FF2B5EF4-FFF2-40B4-BE49-F238E27FC236}">
                    <a16:creationId xmlns:a16="http://schemas.microsoft.com/office/drawing/2014/main" id="{E968AB59-612D-42A9-A79E-65077F990111}"/>
                  </a:ext>
                </a:extLst>
              </p:cNvPr>
              <p:cNvCxnSpPr/>
              <p:nvPr userDrawn="1"/>
            </p:nvCxnSpPr>
            <p:spPr>
              <a:xfrm>
                <a:off x="10544448"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3" name="Straight Connector 2082">
                <a:extLst>
                  <a:ext uri="{FF2B5EF4-FFF2-40B4-BE49-F238E27FC236}">
                    <a16:creationId xmlns:a16="http://schemas.microsoft.com/office/drawing/2014/main" id="{A6FF53F8-DE09-45FA-9945-814280C87A46}"/>
                  </a:ext>
                </a:extLst>
              </p:cNvPr>
              <p:cNvCxnSpPr/>
              <p:nvPr userDrawn="1"/>
            </p:nvCxnSpPr>
            <p:spPr>
              <a:xfrm>
                <a:off x="10379691"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4" name="Straight Connector 2083">
                <a:extLst>
                  <a:ext uri="{FF2B5EF4-FFF2-40B4-BE49-F238E27FC236}">
                    <a16:creationId xmlns:a16="http://schemas.microsoft.com/office/drawing/2014/main" id="{67FC9E8C-5E20-4E01-93DF-877E650D9B9E}"/>
                  </a:ext>
                </a:extLst>
              </p:cNvPr>
              <p:cNvCxnSpPr/>
              <p:nvPr userDrawn="1"/>
            </p:nvCxnSpPr>
            <p:spPr>
              <a:xfrm>
                <a:off x="10873962"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5" name="Straight Connector 2084">
                <a:extLst>
                  <a:ext uri="{FF2B5EF4-FFF2-40B4-BE49-F238E27FC236}">
                    <a16:creationId xmlns:a16="http://schemas.microsoft.com/office/drawing/2014/main" id="{671215D9-A9E4-49CC-80DB-02465B59BB0B}"/>
                  </a:ext>
                </a:extLst>
              </p:cNvPr>
              <p:cNvCxnSpPr/>
              <p:nvPr userDrawn="1"/>
            </p:nvCxnSpPr>
            <p:spPr>
              <a:xfrm>
                <a:off x="10709205"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6" name="Straight Connector 2085">
                <a:extLst>
                  <a:ext uri="{FF2B5EF4-FFF2-40B4-BE49-F238E27FC236}">
                    <a16:creationId xmlns:a16="http://schemas.microsoft.com/office/drawing/2014/main" id="{63DF0AE8-A239-4607-957B-A6E6898D2DC7}"/>
                  </a:ext>
                </a:extLst>
              </p:cNvPr>
              <p:cNvCxnSpPr/>
              <p:nvPr userDrawn="1"/>
            </p:nvCxnSpPr>
            <p:spPr>
              <a:xfrm>
                <a:off x="11203476"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7" name="Straight Connector 2086">
                <a:extLst>
                  <a:ext uri="{FF2B5EF4-FFF2-40B4-BE49-F238E27FC236}">
                    <a16:creationId xmlns:a16="http://schemas.microsoft.com/office/drawing/2014/main" id="{30186851-514A-445D-ADCB-EC889CCD8529}"/>
                  </a:ext>
                </a:extLst>
              </p:cNvPr>
              <p:cNvCxnSpPr/>
              <p:nvPr userDrawn="1"/>
            </p:nvCxnSpPr>
            <p:spPr>
              <a:xfrm>
                <a:off x="11038719"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8" name="Straight Connector 2087">
                <a:extLst>
                  <a:ext uri="{FF2B5EF4-FFF2-40B4-BE49-F238E27FC236}">
                    <a16:creationId xmlns:a16="http://schemas.microsoft.com/office/drawing/2014/main" id="{450EADC7-2D8F-40C6-982A-60998A2CB1D9}"/>
                  </a:ext>
                </a:extLst>
              </p:cNvPr>
              <p:cNvCxnSpPr/>
              <p:nvPr userDrawn="1"/>
            </p:nvCxnSpPr>
            <p:spPr>
              <a:xfrm>
                <a:off x="11532990"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89" name="Straight Connector 2088">
                <a:extLst>
                  <a:ext uri="{FF2B5EF4-FFF2-40B4-BE49-F238E27FC236}">
                    <a16:creationId xmlns:a16="http://schemas.microsoft.com/office/drawing/2014/main" id="{1343E186-906F-4D8B-9237-973C30D350A1}"/>
                  </a:ext>
                </a:extLst>
              </p:cNvPr>
              <p:cNvCxnSpPr/>
              <p:nvPr userDrawn="1"/>
            </p:nvCxnSpPr>
            <p:spPr>
              <a:xfrm>
                <a:off x="11368233"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0" name="Straight Connector 2089">
                <a:extLst>
                  <a:ext uri="{FF2B5EF4-FFF2-40B4-BE49-F238E27FC236}">
                    <a16:creationId xmlns:a16="http://schemas.microsoft.com/office/drawing/2014/main" id="{BB771F8B-0200-4B12-AA58-9E8731C9BB33}"/>
                  </a:ext>
                </a:extLst>
              </p:cNvPr>
              <p:cNvCxnSpPr/>
              <p:nvPr userDrawn="1"/>
            </p:nvCxnSpPr>
            <p:spPr>
              <a:xfrm>
                <a:off x="11862504"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1" name="Straight Connector 2090">
                <a:extLst>
                  <a:ext uri="{FF2B5EF4-FFF2-40B4-BE49-F238E27FC236}">
                    <a16:creationId xmlns:a16="http://schemas.microsoft.com/office/drawing/2014/main" id="{5F989D3F-0729-4046-83A7-57A4CDB4A767}"/>
                  </a:ext>
                </a:extLst>
              </p:cNvPr>
              <p:cNvCxnSpPr/>
              <p:nvPr userDrawn="1"/>
            </p:nvCxnSpPr>
            <p:spPr>
              <a:xfrm>
                <a:off x="11697747" y="7167426"/>
                <a:ext cx="0" cy="126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27119EA8-DF83-4A6C-9AAA-FA1740AC79C1}"/>
                </a:ext>
              </a:extLst>
            </p:cNvPr>
            <p:cNvGrpSpPr/>
            <p:nvPr userDrawn="1"/>
          </p:nvGrpSpPr>
          <p:grpSpPr>
            <a:xfrm>
              <a:off x="-435429" y="-435426"/>
              <a:ext cx="13043121" cy="7728852"/>
              <a:chOff x="-435429" y="-435426"/>
              <a:chExt cx="13043121" cy="7728852"/>
            </a:xfrm>
          </p:grpSpPr>
          <p:cxnSp>
            <p:nvCxnSpPr>
              <p:cNvPr id="1898" name="Straight Connector 1897">
                <a:extLst>
                  <a:ext uri="{FF2B5EF4-FFF2-40B4-BE49-F238E27FC236}">
                    <a16:creationId xmlns:a16="http://schemas.microsoft.com/office/drawing/2014/main" id="{20D09B73-2843-43CA-8CF2-C731325248A1}"/>
                  </a:ext>
                </a:extLst>
              </p:cNvPr>
              <p:cNvCxnSpPr/>
              <p:nvPr/>
            </p:nvCxnSpPr>
            <p:spPr>
              <a:xfrm>
                <a:off x="12355692" y="489856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E345FD7F-A9C1-42D0-BF09-FB40DC99AA53}"/>
                  </a:ext>
                </a:extLst>
              </p:cNvPr>
              <p:cNvCxnSpPr/>
              <p:nvPr/>
            </p:nvCxnSpPr>
            <p:spPr>
              <a:xfrm>
                <a:off x="-435429" y="32657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CC5BC418-FCEF-43F6-84FC-4A873C290BAA}"/>
                  </a:ext>
                </a:extLst>
              </p:cNvPr>
              <p:cNvCxnSpPr/>
              <p:nvPr/>
            </p:nvCxnSpPr>
            <p:spPr>
              <a:xfrm>
                <a:off x="-435429" y="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2221C01C-53D2-46A1-AAF1-1CA8804E7746}"/>
                  </a:ext>
                </a:extLst>
              </p:cNvPr>
              <p:cNvCxnSpPr/>
              <p:nvPr/>
            </p:nvCxnSpPr>
            <p:spPr>
              <a:xfrm>
                <a:off x="-435429" y="97971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1D0DC50C-11F4-4D74-A05A-CE145AD8A183}"/>
                  </a:ext>
                </a:extLst>
              </p:cNvPr>
              <p:cNvCxnSpPr/>
              <p:nvPr/>
            </p:nvCxnSpPr>
            <p:spPr>
              <a:xfrm>
                <a:off x="-435429" y="65314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06075E29-B89D-4D19-977C-378BE5702E0E}"/>
                  </a:ext>
                </a:extLst>
              </p:cNvPr>
              <p:cNvCxnSpPr/>
              <p:nvPr/>
            </p:nvCxnSpPr>
            <p:spPr>
              <a:xfrm>
                <a:off x="-435429" y="163285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60B9ABF4-6542-49BC-AD52-F3531B803CCC}"/>
                  </a:ext>
                </a:extLst>
              </p:cNvPr>
              <p:cNvCxnSpPr/>
              <p:nvPr/>
            </p:nvCxnSpPr>
            <p:spPr>
              <a:xfrm>
                <a:off x="-435429" y="130628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C2786AC8-310A-40D6-B68B-17F04D2237D9}"/>
                  </a:ext>
                </a:extLst>
              </p:cNvPr>
              <p:cNvCxnSpPr/>
              <p:nvPr/>
            </p:nvCxnSpPr>
            <p:spPr>
              <a:xfrm>
                <a:off x="-435429" y="228599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626541A1-55F4-431B-A2DF-C0F15EEB2EB0}"/>
                  </a:ext>
                </a:extLst>
              </p:cNvPr>
              <p:cNvCxnSpPr/>
              <p:nvPr/>
            </p:nvCxnSpPr>
            <p:spPr>
              <a:xfrm>
                <a:off x="-435429" y="195942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1A9182CB-3E1F-4152-AE87-E88804D6B6D5}"/>
                  </a:ext>
                </a:extLst>
              </p:cNvPr>
              <p:cNvCxnSpPr/>
              <p:nvPr/>
            </p:nvCxnSpPr>
            <p:spPr>
              <a:xfrm>
                <a:off x="-435429" y="293913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6D4A6424-105E-4EB5-930F-78470A1E4957}"/>
                  </a:ext>
                </a:extLst>
              </p:cNvPr>
              <p:cNvCxnSpPr/>
              <p:nvPr/>
            </p:nvCxnSpPr>
            <p:spPr>
              <a:xfrm>
                <a:off x="-435429" y="261256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B82F1B8B-9B5D-47E9-A5E2-E08116E411E9}"/>
                  </a:ext>
                </a:extLst>
              </p:cNvPr>
              <p:cNvCxnSpPr/>
              <p:nvPr/>
            </p:nvCxnSpPr>
            <p:spPr>
              <a:xfrm>
                <a:off x="-435429" y="359228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6251671E-7195-4186-B532-CC29D56BEFD5}"/>
                  </a:ext>
                </a:extLst>
              </p:cNvPr>
              <p:cNvCxnSpPr/>
              <p:nvPr/>
            </p:nvCxnSpPr>
            <p:spPr>
              <a:xfrm>
                <a:off x="-435429" y="326571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0D46A5BA-19D2-4A30-BEE8-B97BB78E015B}"/>
                  </a:ext>
                </a:extLst>
              </p:cNvPr>
              <p:cNvCxnSpPr/>
              <p:nvPr/>
            </p:nvCxnSpPr>
            <p:spPr>
              <a:xfrm>
                <a:off x="-435429" y="424542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D4A539D6-CD6F-4D11-993D-5CC4B0CC2106}"/>
                  </a:ext>
                </a:extLst>
              </p:cNvPr>
              <p:cNvCxnSpPr/>
              <p:nvPr/>
            </p:nvCxnSpPr>
            <p:spPr>
              <a:xfrm>
                <a:off x="-435429" y="391885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1FE7DE87-E28C-404C-BB81-9E2D2458B379}"/>
                  </a:ext>
                </a:extLst>
              </p:cNvPr>
              <p:cNvCxnSpPr/>
              <p:nvPr/>
            </p:nvCxnSpPr>
            <p:spPr>
              <a:xfrm>
                <a:off x="-435429" y="489856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BE5A7807-C8C4-43E7-815B-22994995506E}"/>
                  </a:ext>
                </a:extLst>
              </p:cNvPr>
              <p:cNvCxnSpPr/>
              <p:nvPr/>
            </p:nvCxnSpPr>
            <p:spPr>
              <a:xfrm>
                <a:off x="-435429" y="457199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BA9E55CF-4A3C-4598-9E64-10F7FBE98C94}"/>
                  </a:ext>
                </a:extLst>
              </p:cNvPr>
              <p:cNvCxnSpPr/>
              <p:nvPr/>
            </p:nvCxnSpPr>
            <p:spPr>
              <a:xfrm>
                <a:off x="-435429" y="555170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972532AE-0359-4D8F-BE38-76E659D05FCE}"/>
                  </a:ext>
                </a:extLst>
              </p:cNvPr>
              <p:cNvCxnSpPr/>
              <p:nvPr/>
            </p:nvCxnSpPr>
            <p:spPr>
              <a:xfrm>
                <a:off x="-435429" y="522513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ECB890B9-059A-4331-8BEC-92C62266C9C8}"/>
                  </a:ext>
                </a:extLst>
              </p:cNvPr>
              <p:cNvCxnSpPr/>
              <p:nvPr/>
            </p:nvCxnSpPr>
            <p:spPr>
              <a:xfrm>
                <a:off x="-435429" y="620484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73085996-FF29-41BB-8ADE-690F7664E3EE}"/>
                  </a:ext>
                </a:extLst>
              </p:cNvPr>
              <p:cNvCxnSpPr/>
              <p:nvPr/>
            </p:nvCxnSpPr>
            <p:spPr>
              <a:xfrm>
                <a:off x="-435429" y="587827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D5B61798-D3C5-42E4-B07F-CACA21FE238F}"/>
                  </a:ext>
                </a:extLst>
              </p:cNvPr>
              <p:cNvCxnSpPr/>
              <p:nvPr/>
            </p:nvCxnSpPr>
            <p:spPr>
              <a:xfrm>
                <a:off x="-435429" y="685799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A924165C-DB76-4EB9-9CAA-473B566AA775}"/>
                  </a:ext>
                </a:extLst>
              </p:cNvPr>
              <p:cNvCxnSpPr/>
              <p:nvPr/>
            </p:nvCxnSpPr>
            <p:spPr>
              <a:xfrm>
                <a:off x="-435429" y="653142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07" name="Straight Connector 806">
                <a:extLst>
                  <a:ext uri="{FF2B5EF4-FFF2-40B4-BE49-F238E27FC236}">
                    <a16:creationId xmlns:a16="http://schemas.microsoft.com/office/drawing/2014/main" id="{23E491F9-7909-4052-A925-59CF4238B0B8}"/>
                  </a:ext>
                </a:extLst>
              </p:cNvPr>
              <p:cNvCxnSpPr/>
              <p:nvPr/>
            </p:nvCxnSpPr>
            <p:spPr>
              <a:xfrm flipH="1" flipV="1">
                <a:off x="1186250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08" name="Straight Connector 807">
                <a:extLst>
                  <a:ext uri="{FF2B5EF4-FFF2-40B4-BE49-F238E27FC236}">
                    <a16:creationId xmlns:a16="http://schemas.microsoft.com/office/drawing/2014/main" id="{5D5E3801-DC79-4573-8874-70EE0596096E}"/>
                  </a:ext>
                </a:extLst>
              </p:cNvPr>
              <p:cNvCxnSpPr/>
              <p:nvPr/>
            </p:nvCxnSpPr>
            <p:spPr>
              <a:xfrm flipH="1" flipV="1">
                <a:off x="1219201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09" name="Straight Connector 808">
                <a:extLst>
                  <a:ext uri="{FF2B5EF4-FFF2-40B4-BE49-F238E27FC236}">
                    <a16:creationId xmlns:a16="http://schemas.microsoft.com/office/drawing/2014/main" id="{2CEB60EF-5666-4660-92D2-3C1890C71F22}"/>
                  </a:ext>
                </a:extLst>
              </p:cNvPr>
              <p:cNvCxnSpPr/>
              <p:nvPr/>
            </p:nvCxnSpPr>
            <p:spPr>
              <a:xfrm flipH="1" flipV="1">
                <a:off x="1120347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0" name="Straight Connector 809">
                <a:extLst>
                  <a:ext uri="{FF2B5EF4-FFF2-40B4-BE49-F238E27FC236}">
                    <a16:creationId xmlns:a16="http://schemas.microsoft.com/office/drawing/2014/main" id="{0CD97106-A5E9-4968-8AED-FEB374BC0AEA}"/>
                  </a:ext>
                </a:extLst>
              </p:cNvPr>
              <p:cNvCxnSpPr/>
              <p:nvPr/>
            </p:nvCxnSpPr>
            <p:spPr>
              <a:xfrm flipH="1" flipV="1">
                <a:off x="1153298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1" name="Straight Connector 810">
                <a:extLst>
                  <a:ext uri="{FF2B5EF4-FFF2-40B4-BE49-F238E27FC236}">
                    <a16:creationId xmlns:a16="http://schemas.microsoft.com/office/drawing/2014/main" id="{8B853DFE-0173-40B1-BDFB-6310B4534161}"/>
                  </a:ext>
                </a:extLst>
              </p:cNvPr>
              <p:cNvCxnSpPr/>
              <p:nvPr/>
            </p:nvCxnSpPr>
            <p:spPr>
              <a:xfrm flipH="1" flipV="1">
                <a:off x="1054444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2" name="Straight Connector 811">
                <a:extLst>
                  <a:ext uri="{FF2B5EF4-FFF2-40B4-BE49-F238E27FC236}">
                    <a16:creationId xmlns:a16="http://schemas.microsoft.com/office/drawing/2014/main" id="{9BDBDA9C-3418-4E9A-A045-4FD86824DAAA}"/>
                  </a:ext>
                </a:extLst>
              </p:cNvPr>
              <p:cNvCxnSpPr/>
              <p:nvPr/>
            </p:nvCxnSpPr>
            <p:spPr>
              <a:xfrm flipH="1" flipV="1">
                <a:off x="1087396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3" name="Straight Connector 812">
                <a:extLst>
                  <a:ext uri="{FF2B5EF4-FFF2-40B4-BE49-F238E27FC236}">
                    <a16:creationId xmlns:a16="http://schemas.microsoft.com/office/drawing/2014/main" id="{985FF995-8CA0-4EBB-977E-C5F8FF4E8885}"/>
                  </a:ext>
                </a:extLst>
              </p:cNvPr>
              <p:cNvCxnSpPr/>
              <p:nvPr/>
            </p:nvCxnSpPr>
            <p:spPr>
              <a:xfrm flipH="1" flipV="1">
                <a:off x="988541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4" name="Straight Connector 813">
                <a:extLst>
                  <a:ext uri="{FF2B5EF4-FFF2-40B4-BE49-F238E27FC236}">
                    <a16:creationId xmlns:a16="http://schemas.microsoft.com/office/drawing/2014/main" id="{CD4E6672-CF43-4FA9-92D9-8F694F42EFBF}"/>
                  </a:ext>
                </a:extLst>
              </p:cNvPr>
              <p:cNvCxnSpPr/>
              <p:nvPr/>
            </p:nvCxnSpPr>
            <p:spPr>
              <a:xfrm flipH="1" flipV="1">
                <a:off x="1021493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5" name="Straight Connector 814">
                <a:extLst>
                  <a:ext uri="{FF2B5EF4-FFF2-40B4-BE49-F238E27FC236}">
                    <a16:creationId xmlns:a16="http://schemas.microsoft.com/office/drawing/2014/main" id="{2C814BD9-1857-4680-A13B-356D802C1F0D}"/>
                  </a:ext>
                </a:extLst>
              </p:cNvPr>
              <p:cNvCxnSpPr/>
              <p:nvPr/>
            </p:nvCxnSpPr>
            <p:spPr>
              <a:xfrm flipH="1" flipV="1">
                <a:off x="922639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6" name="Straight Connector 815">
                <a:extLst>
                  <a:ext uri="{FF2B5EF4-FFF2-40B4-BE49-F238E27FC236}">
                    <a16:creationId xmlns:a16="http://schemas.microsoft.com/office/drawing/2014/main" id="{7EC10050-B383-4805-9048-F97BE7EE132B}"/>
                  </a:ext>
                </a:extLst>
              </p:cNvPr>
              <p:cNvCxnSpPr/>
              <p:nvPr/>
            </p:nvCxnSpPr>
            <p:spPr>
              <a:xfrm flipH="1" flipV="1">
                <a:off x="955590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7" name="Straight Connector 816">
                <a:extLst>
                  <a:ext uri="{FF2B5EF4-FFF2-40B4-BE49-F238E27FC236}">
                    <a16:creationId xmlns:a16="http://schemas.microsoft.com/office/drawing/2014/main" id="{4CE9DB14-187E-4291-AC7C-5CB0B929C542}"/>
                  </a:ext>
                </a:extLst>
              </p:cNvPr>
              <p:cNvCxnSpPr/>
              <p:nvPr/>
            </p:nvCxnSpPr>
            <p:spPr>
              <a:xfrm flipH="1" flipV="1">
                <a:off x="856736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8" name="Straight Connector 817">
                <a:extLst>
                  <a:ext uri="{FF2B5EF4-FFF2-40B4-BE49-F238E27FC236}">
                    <a16:creationId xmlns:a16="http://schemas.microsoft.com/office/drawing/2014/main" id="{A2D31992-58B7-4B67-A0E2-2CECF017E012}"/>
                  </a:ext>
                </a:extLst>
              </p:cNvPr>
              <p:cNvCxnSpPr/>
              <p:nvPr/>
            </p:nvCxnSpPr>
            <p:spPr>
              <a:xfrm flipH="1" flipV="1">
                <a:off x="889687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19" name="Straight Connector 818">
                <a:extLst>
                  <a:ext uri="{FF2B5EF4-FFF2-40B4-BE49-F238E27FC236}">
                    <a16:creationId xmlns:a16="http://schemas.microsoft.com/office/drawing/2014/main" id="{9D0AAA67-3337-4635-9BF4-FA8C35435836}"/>
                  </a:ext>
                </a:extLst>
              </p:cNvPr>
              <p:cNvCxnSpPr/>
              <p:nvPr/>
            </p:nvCxnSpPr>
            <p:spPr>
              <a:xfrm flipH="1" flipV="1">
                <a:off x="790833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0" name="Straight Connector 819">
                <a:extLst>
                  <a:ext uri="{FF2B5EF4-FFF2-40B4-BE49-F238E27FC236}">
                    <a16:creationId xmlns:a16="http://schemas.microsoft.com/office/drawing/2014/main" id="{0A4E5BE8-904C-43AB-97FA-366FE4BF8FCA}"/>
                  </a:ext>
                </a:extLst>
              </p:cNvPr>
              <p:cNvCxnSpPr/>
              <p:nvPr/>
            </p:nvCxnSpPr>
            <p:spPr>
              <a:xfrm flipH="1" flipV="1">
                <a:off x="823784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1" name="Straight Connector 820">
                <a:extLst>
                  <a:ext uri="{FF2B5EF4-FFF2-40B4-BE49-F238E27FC236}">
                    <a16:creationId xmlns:a16="http://schemas.microsoft.com/office/drawing/2014/main" id="{D0B24FC6-5911-4E83-ADC9-17AED34D359E}"/>
                  </a:ext>
                </a:extLst>
              </p:cNvPr>
              <p:cNvCxnSpPr/>
              <p:nvPr/>
            </p:nvCxnSpPr>
            <p:spPr>
              <a:xfrm flipH="1" flipV="1">
                <a:off x="724930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2" name="Straight Connector 821">
                <a:extLst>
                  <a:ext uri="{FF2B5EF4-FFF2-40B4-BE49-F238E27FC236}">
                    <a16:creationId xmlns:a16="http://schemas.microsoft.com/office/drawing/2014/main" id="{CA53439D-95A1-4C09-B2EF-501C93497F31}"/>
                  </a:ext>
                </a:extLst>
              </p:cNvPr>
              <p:cNvCxnSpPr/>
              <p:nvPr/>
            </p:nvCxnSpPr>
            <p:spPr>
              <a:xfrm flipH="1" flipV="1">
                <a:off x="757882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3" name="Straight Connector 822">
                <a:extLst>
                  <a:ext uri="{FF2B5EF4-FFF2-40B4-BE49-F238E27FC236}">
                    <a16:creationId xmlns:a16="http://schemas.microsoft.com/office/drawing/2014/main" id="{7B303BF8-4BC3-4851-8DB2-91A47D086A29}"/>
                  </a:ext>
                </a:extLst>
              </p:cNvPr>
              <p:cNvCxnSpPr/>
              <p:nvPr/>
            </p:nvCxnSpPr>
            <p:spPr>
              <a:xfrm flipH="1" flipV="1">
                <a:off x="659027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4" name="Straight Connector 823">
                <a:extLst>
                  <a:ext uri="{FF2B5EF4-FFF2-40B4-BE49-F238E27FC236}">
                    <a16:creationId xmlns:a16="http://schemas.microsoft.com/office/drawing/2014/main" id="{2911A49C-7461-4127-B557-48F0F5917B8A}"/>
                  </a:ext>
                </a:extLst>
              </p:cNvPr>
              <p:cNvCxnSpPr/>
              <p:nvPr/>
            </p:nvCxnSpPr>
            <p:spPr>
              <a:xfrm flipH="1" flipV="1">
                <a:off x="691979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5" name="Straight Connector 824">
                <a:extLst>
                  <a:ext uri="{FF2B5EF4-FFF2-40B4-BE49-F238E27FC236}">
                    <a16:creationId xmlns:a16="http://schemas.microsoft.com/office/drawing/2014/main" id="{6EFAFDED-BE93-43BF-8A54-8EDB8E088DDB}"/>
                  </a:ext>
                </a:extLst>
              </p:cNvPr>
              <p:cNvCxnSpPr/>
              <p:nvPr/>
            </p:nvCxnSpPr>
            <p:spPr>
              <a:xfrm flipH="1" flipV="1">
                <a:off x="593125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6" name="Straight Connector 825">
                <a:extLst>
                  <a:ext uri="{FF2B5EF4-FFF2-40B4-BE49-F238E27FC236}">
                    <a16:creationId xmlns:a16="http://schemas.microsoft.com/office/drawing/2014/main" id="{ABD390CF-7751-44B6-B25E-CD5D75A58F81}"/>
                  </a:ext>
                </a:extLst>
              </p:cNvPr>
              <p:cNvCxnSpPr/>
              <p:nvPr/>
            </p:nvCxnSpPr>
            <p:spPr>
              <a:xfrm flipH="1" flipV="1">
                <a:off x="626076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7" name="Straight Connector 826">
                <a:extLst>
                  <a:ext uri="{FF2B5EF4-FFF2-40B4-BE49-F238E27FC236}">
                    <a16:creationId xmlns:a16="http://schemas.microsoft.com/office/drawing/2014/main" id="{E6CDE806-B014-4319-88A4-24F26955E4FA}"/>
                  </a:ext>
                </a:extLst>
              </p:cNvPr>
              <p:cNvCxnSpPr/>
              <p:nvPr/>
            </p:nvCxnSpPr>
            <p:spPr>
              <a:xfrm flipH="1" flipV="1">
                <a:off x="527222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8" name="Straight Connector 827">
                <a:extLst>
                  <a:ext uri="{FF2B5EF4-FFF2-40B4-BE49-F238E27FC236}">
                    <a16:creationId xmlns:a16="http://schemas.microsoft.com/office/drawing/2014/main" id="{6AC9636A-087D-41D2-BDBE-A4336C626F36}"/>
                  </a:ext>
                </a:extLst>
              </p:cNvPr>
              <p:cNvCxnSpPr/>
              <p:nvPr/>
            </p:nvCxnSpPr>
            <p:spPr>
              <a:xfrm flipH="1" flipV="1">
                <a:off x="560173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29" name="Straight Connector 828">
                <a:extLst>
                  <a:ext uri="{FF2B5EF4-FFF2-40B4-BE49-F238E27FC236}">
                    <a16:creationId xmlns:a16="http://schemas.microsoft.com/office/drawing/2014/main" id="{44B2108E-4818-4C19-8EA4-ABFDBB8BFC42}"/>
                  </a:ext>
                </a:extLst>
              </p:cNvPr>
              <p:cNvCxnSpPr/>
              <p:nvPr/>
            </p:nvCxnSpPr>
            <p:spPr>
              <a:xfrm flipH="1" flipV="1">
                <a:off x="461319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0" name="Straight Connector 829">
                <a:extLst>
                  <a:ext uri="{FF2B5EF4-FFF2-40B4-BE49-F238E27FC236}">
                    <a16:creationId xmlns:a16="http://schemas.microsoft.com/office/drawing/2014/main" id="{0F59C71B-8CDC-4753-87E3-308896877930}"/>
                  </a:ext>
                </a:extLst>
              </p:cNvPr>
              <p:cNvCxnSpPr/>
              <p:nvPr/>
            </p:nvCxnSpPr>
            <p:spPr>
              <a:xfrm flipH="1" flipV="1">
                <a:off x="494270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1" name="Straight Connector 830">
                <a:extLst>
                  <a:ext uri="{FF2B5EF4-FFF2-40B4-BE49-F238E27FC236}">
                    <a16:creationId xmlns:a16="http://schemas.microsoft.com/office/drawing/2014/main" id="{C71CB4DF-AB29-4FA0-B052-91B0698043BF}"/>
                  </a:ext>
                </a:extLst>
              </p:cNvPr>
              <p:cNvCxnSpPr/>
              <p:nvPr/>
            </p:nvCxnSpPr>
            <p:spPr>
              <a:xfrm flipH="1" flipV="1">
                <a:off x="395416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2" name="Straight Connector 831">
                <a:extLst>
                  <a:ext uri="{FF2B5EF4-FFF2-40B4-BE49-F238E27FC236}">
                    <a16:creationId xmlns:a16="http://schemas.microsoft.com/office/drawing/2014/main" id="{DFA3A068-0510-412A-ADA1-5092C9D556AE}"/>
                  </a:ext>
                </a:extLst>
              </p:cNvPr>
              <p:cNvCxnSpPr/>
              <p:nvPr/>
            </p:nvCxnSpPr>
            <p:spPr>
              <a:xfrm flipH="1" flipV="1">
                <a:off x="428368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3" name="Straight Connector 832">
                <a:extLst>
                  <a:ext uri="{FF2B5EF4-FFF2-40B4-BE49-F238E27FC236}">
                    <a16:creationId xmlns:a16="http://schemas.microsoft.com/office/drawing/2014/main" id="{01E18317-A34C-47AD-8CAF-4888355EE5FF}"/>
                  </a:ext>
                </a:extLst>
              </p:cNvPr>
              <p:cNvCxnSpPr/>
              <p:nvPr/>
            </p:nvCxnSpPr>
            <p:spPr>
              <a:xfrm flipH="1" flipV="1">
                <a:off x="329513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4" name="Straight Connector 833">
                <a:extLst>
                  <a:ext uri="{FF2B5EF4-FFF2-40B4-BE49-F238E27FC236}">
                    <a16:creationId xmlns:a16="http://schemas.microsoft.com/office/drawing/2014/main" id="{A2B51684-F1FD-45E4-86C2-728CCE00451C}"/>
                  </a:ext>
                </a:extLst>
              </p:cNvPr>
              <p:cNvCxnSpPr/>
              <p:nvPr/>
            </p:nvCxnSpPr>
            <p:spPr>
              <a:xfrm flipH="1" flipV="1">
                <a:off x="362465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5" name="Straight Connector 834">
                <a:extLst>
                  <a:ext uri="{FF2B5EF4-FFF2-40B4-BE49-F238E27FC236}">
                    <a16:creationId xmlns:a16="http://schemas.microsoft.com/office/drawing/2014/main" id="{1F078F63-78C0-4BBE-81E1-ABC00599B730}"/>
                  </a:ext>
                </a:extLst>
              </p:cNvPr>
              <p:cNvCxnSpPr/>
              <p:nvPr/>
            </p:nvCxnSpPr>
            <p:spPr>
              <a:xfrm flipH="1" flipV="1">
                <a:off x="263611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6" name="Straight Connector 835">
                <a:extLst>
                  <a:ext uri="{FF2B5EF4-FFF2-40B4-BE49-F238E27FC236}">
                    <a16:creationId xmlns:a16="http://schemas.microsoft.com/office/drawing/2014/main" id="{B27BF890-768C-4F31-B491-4F7E847E6735}"/>
                  </a:ext>
                </a:extLst>
              </p:cNvPr>
              <p:cNvCxnSpPr/>
              <p:nvPr/>
            </p:nvCxnSpPr>
            <p:spPr>
              <a:xfrm flipH="1" flipV="1">
                <a:off x="296562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7" name="Straight Connector 836">
                <a:extLst>
                  <a:ext uri="{FF2B5EF4-FFF2-40B4-BE49-F238E27FC236}">
                    <a16:creationId xmlns:a16="http://schemas.microsoft.com/office/drawing/2014/main" id="{13C5CDF4-4A4B-47A9-83A6-F6E77AF40C62}"/>
                  </a:ext>
                </a:extLst>
              </p:cNvPr>
              <p:cNvCxnSpPr/>
              <p:nvPr/>
            </p:nvCxnSpPr>
            <p:spPr>
              <a:xfrm flipH="1" flipV="1">
                <a:off x="197708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8" name="Straight Connector 837">
                <a:extLst>
                  <a:ext uri="{FF2B5EF4-FFF2-40B4-BE49-F238E27FC236}">
                    <a16:creationId xmlns:a16="http://schemas.microsoft.com/office/drawing/2014/main" id="{543B6AA4-C53C-4EE8-8EA0-BE3B5759B748}"/>
                  </a:ext>
                </a:extLst>
              </p:cNvPr>
              <p:cNvCxnSpPr/>
              <p:nvPr/>
            </p:nvCxnSpPr>
            <p:spPr>
              <a:xfrm flipH="1" flipV="1">
                <a:off x="230659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39" name="Straight Connector 838">
                <a:extLst>
                  <a:ext uri="{FF2B5EF4-FFF2-40B4-BE49-F238E27FC236}">
                    <a16:creationId xmlns:a16="http://schemas.microsoft.com/office/drawing/2014/main" id="{30ECDC17-842A-4651-8F79-53482293C1AD}"/>
                  </a:ext>
                </a:extLst>
              </p:cNvPr>
              <p:cNvCxnSpPr/>
              <p:nvPr/>
            </p:nvCxnSpPr>
            <p:spPr>
              <a:xfrm flipH="1" flipV="1">
                <a:off x="1318055"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0" name="Straight Connector 839">
                <a:extLst>
                  <a:ext uri="{FF2B5EF4-FFF2-40B4-BE49-F238E27FC236}">
                    <a16:creationId xmlns:a16="http://schemas.microsoft.com/office/drawing/2014/main" id="{6CDEA0D1-7207-4A2E-8690-2D97EE16411C}"/>
                  </a:ext>
                </a:extLst>
              </p:cNvPr>
              <p:cNvCxnSpPr/>
              <p:nvPr/>
            </p:nvCxnSpPr>
            <p:spPr>
              <a:xfrm flipH="1" flipV="1">
                <a:off x="1647569"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1" name="Straight Connector 840">
                <a:extLst>
                  <a:ext uri="{FF2B5EF4-FFF2-40B4-BE49-F238E27FC236}">
                    <a16:creationId xmlns:a16="http://schemas.microsoft.com/office/drawing/2014/main" id="{447171EA-65EB-403E-9D79-D2A25318DDF4}"/>
                  </a:ext>
                </a:extLst>
              </p:cNvPr>
              <p:cNvCxnSpPr/>
              <p:nvPr/>
            </p:nvCxnSpPr>
            <p:spPr>
              <a:xfrm flipH="1" flipV="1">
                <a:off x="659027"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2" name="Straight Connector 841">
                <a:extLst>
                  <a:ext uri="{FF2B5EF4-FFF2-40B4-BE49-F238E27FC236}">
                    <a16:creationId xmlns:a16="http://schemas.microsoft.com/office/drawing/2014/main" id="{11A73AC6-4D57-447F-AF49-9A8DED55DB3C}"/>
                  </a:ext>
                </a:extLst>
              </p:cNvPr>
              <p:cNvCxnSpPr/>
              <p:nvPr/>
            </p:nvCxnSpPr>
            <p:spPr>
              <a:xfrm flipH="1" flipV="1">
                <a:off x="988541"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3" name="Straight Connector 842">
                <a:extLst>
                  <a:ext uri="{FF2B5EF4-FFF2-40B4-BE49-F238E27FC236}">
                    <a16:creationId xmlns:a16="http://schemas.microsoft.com/office/drawing/2014/main" id="{0ECEB3F6-EC08-4D9B-9209-E2EDFB37D50E}"/>
                  </a:ext>
                </a:extLst>
              </p:cNvPr>
              <p:cNvCxnSpPr/>
              <p:nvPr/>
            </p:nvCxnSpPr>
            <p:spPr>
              <a:xfrm flipH="1" flipV="1">
                <a:off x="0"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844" name="Straight Connector 843">
                <a:extLst>
                  <a:ext uri="{FF2B5EF4-FFF2-40B4-BE49-F238E27FC236}">
                    <a16:creationId xmlns:a16="http://schemas.microsoft.com/office/drawing/2014/main" id="{D83D5BC5-FB7F-44AF-98CC-867D34F8081A}"/>
                  </a:ext>
                </a:extLst>
              </p:cNvPr>
              <p:cNvCxnSpPr/>
              <p:nvPr/>
            </p:nvCxnSpPr>
            <p:spPr>
              <a:xfrm flipH="1" flipV="1">
                <a:off x="329513" y="-435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4" name="Straight Connector 1883">
                <a:extLst>
                  <a:ext uri="{FF2B5EF4-FFF2-40B4-BE49-F238E27FC236}">
                    <a16:creationId xmlns:a16="http://schemas.microsoft.com/office/drawing/2014/main" id="{7DCCF481-4B83-49DD-83B8-9FEE075F7676}"/>
                  </a:ext>
                </a:extLst>
              </p:cNvPr>
              <p:cNvCxnSpPr/>
              <p:nvPr/>
            </p:nvCxnSpPr>
            <p:spPr>
              <a:xfrm>
                <a:off x="12355692" y="32657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5" name="Straight Connector 1884">
                <a:extLst>
                  <a:ext uri="{FF2B5EF4-FFF2-40B4-BE49-F238E27FC236}">
                    <a16:creationId xmlns:a16="http://schemas.microsoft.com/office/drawing/2014/main" id="{18CBF373-FFFF-471F-B492-9F56EFA5C78A}"/>
                  </a:ext>
                </a:extLst>
              </p:cNvPr>
              <p:cNvCxnSpPr/>
              <p:nvPr/>
            </p:nvCxnSpPr>
            <p:spPr>
              <a:xfrm>
                <a:off x="12355692" y="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6" name="Straight Connector 1885">
                <a:extLst>
                  <a:ext uri="{FF2B5EF4-FFF2-40B4-BE49-F238E27FC236}">
                    <a16:creationId xmlns:a16="http://schemas.microsoft.com/office/drawing/2014/main" id="{E68F9435-D080-4457-B603-EADD7AA341ED}"/>
                  </a:ext>
                </a:extLst>
              </p:cNvPr>
              <p:cNvCxnSpPr/>
              <p:nvPr/>
            </p:nvCxnSpPr>
            <p:spPr>
              <a:xfrm>
                <a:off x="12355692" y="97971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7" name="Straight Connector 1886">
                <a:extLst>
                  <a:ext uri="{FF2B5EF4-FFF2-40B4-BE49-F238E27FC236}">
                    <a16:creationId xmlns:a16="http://schemas.microsoft.com/office/drawing/2014/main" id="{032447B0-9A58-46EF-9B17-C2790FF516CC}"/>
                  </a:ext>
                </a:extLst>
              </p:cNvPr>
              <p:cNvCxnSpPr/>
              <p:nvPr/>
            </p:nvCxnSpPr>
            <p:spPr>
              <a:xfrm>
                <a:off x="12355692" y="65314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8" name="Straight Connector 1887">
                <a:extLst>
                  <a:ext uri="{FF2B5EF4-FFF2-40B4-BE49-F238E27FC236}">
                    <a16:creationId xmlns:a16="http://schemas.microsoft.com/office/drawing/2014/main" id="{6218CD48-A2E5-4193-B033-68524EB33141}"/>
                  </a:ext>
                </a:extLst>
              </p:cNvPr>
              <p:cNvCxnSpPr/>
              <p:nvPr/>
            </p:nvCxnSpPr>
            <p:spPr>
              <a:xfrm>
                <a:off x="12355692" y="1632855"/>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89" name="Straight Connector 1888">
                <a:extLst>
                  <a:ext uri="{FF2B5EF4-FFF2-40B4-BE49-F238E27FC236}">
                    <a16:creationId xmlns:a16="http://schemas.microsoft.com/office/drawing/2014/main" id="{64C36808-3CA5-4C2E-90BF-B47207466DA4}"/>
                  </a:ext>
                </a:extLst>
              </p:cNvPr>
              <p:cNvCxnSpPr/>
              <p:nvPr/>
            </p:nvCxnSpPr>
            <p:spPr>
              <a:xfrm>
                <a:off x="12355692" y="130628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0" name="Straight Connector 1889">
                <a:extLst>
                  <a:ext uri="{FF2B5EF4-FFF2-40B4-BE49-F238E27FC236}">
                    <a16:creationId xmlns:a16="http://schemas.microsoft.com/office/drawing/2014/main" id="{5A6E9B5B-010A-4780-961B-45BDEAFA1FCE}"/>
                  </a:ext>
                </a:extLst>
              </p:cNvPr>
              <p:cNvCxnSpPr/>
              <p:nvPr/>
            </p:nvCxnSpPr>
            <p:spPr>
              <a:xfrm>
                <a:off x="12355692" y="228599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1" name="Straight Connector 1890">
                <a:extLst>
                  <a:ext uri="{FF2B5EF4-FFF2-40B4-BE49-F238E27FC236}">
                    <a16:creationId xmlns:a16="http://schemas.microsoft.com/office/drawing/2014/main" id="{455BC4F4-C865-44B2-AB00-8B01C86D70E6}"/>
                  </a:ext>
                </a:extLst>
              </p:cNvPr>
              <p:cNvCxnSpPr/>
              <p:nvPr/>
            </p:nvCxnSpPr>
            <p:spPr>
              <a:xfrm>
                <a:off x="12355692" y="195942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2" name="Straight Connector 1891">
                <a:extLst>
                  <a:ext uri="{FF2B5EF4-FFF2-40B4-BE49-F238E27FC236}">
                    <a16:creationId xmlns:a16="http://schemas.microsoft.com/office/drawing/2014/main" id="{8BB82876-4884-4403-89E0-5948E797CB5B}"/>
                  </a:ext>
                </a:extLst>
              </p:cNvPr>
              <p:cNvCxnSpPr/>
              <p:nvPr/>
            </p:nvCxnSpPr>
            <p:spPr>
              <a:xfrm>
                <a:off x="12355692" y="293913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3" name="Straight Connector 1892">
                <a:extLst>
                  <a:ext uri="{FF2B5EF4-FFF2-40B4-BE49-F238E27FC236}">
                    <a16:creationId xmlns:a16="http://schemas.microsoft.com/office/drawing/2014/main" id="{C77E13C1-5FC7-46F5-A38F-5BF0BE316B9B}"/>
                  </a:ext>
                </a:extLst>
              </p:cNvPr>
              <p:cNvCxnSpPr/>
              <p:nvPr/>
            </p:nvCxnSpPr>
            <p:spPr>
              <a:xfrm>
                <a:off x="12355692" y="261256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4" name="Straight Connector 1893">
                <a:extLst>
                  <a:ext uri="{FF2B5EF4-FFF2-40B4-BE49-F238E27FC236}">
                    <a16:creationId xmlns:a16="http://schemas.microsoft.com/office/drawing/2014/main" id="{76243603-CDED-4A39-BDB9-B685DA1E86A3}"/>
                  </a:ext>
                </a:extLst>
              </p:cNvPr>
              <p:cNvCxnSpPr/>
              <p:nvPr/>
            </p:nvCxnSpPr>
            <p:spPr>
              <a:xfrm>
                <a:off x="12355692" y="359228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5" name="Straight Connector 1894">
                <a:extLst>
                  <a:ext uri="{FF2B5EF4-FFF2-40B4-BE49-F238E27FC236}">
                    <a16:creationId xmlns:a16="http://schemas.microsoft.com/office/drawing/2014/main" id="{5B2A8128-10AA-4A8A-9362-E7ED7726B70C}"/>
                  </a:ext>
                </a:extLst>
              </p:cNvPr>
              <p:cNvCxnSpPr/>
              <p:nvPr/>
            </p:nvCxnSpPr>
            <p:spPr>
              <a:xfrm>
                <a:off x="12355692" y="326571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6" name="Straight Connector 1895">
                <a:extLst>
                  <a:ext uri="{FF2B5EF4-FFF2-40B4-BE49-F238E27FC236}">
                    <a16:creationId xmlns:a16="http://schemas.microsoft.com/office/drawing/2014/main" id="{A978AD4C-641A-45C9-B3AE-59B971EDFAC6}"/>
                  </a:ext>
                </a:extLst>
              </p:cNvPr>
              <p:cNvCxnSpPr/>
              <p:nvPr/>
            </p:nvCxnSpPr>
            <p:spPr>
              <a:xfrm>
                <a:off x="12355692" y="4245423"/>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7" name="Straight Connector 1896">
                <a:extLst>
                  <a:ext uri="{FF2B5EF4-FFF2-40B4-BE49-F238E27FC236}">
                    <a16:creationId xmlns:a16="http://schemas.microsoft.com/office/drawing/2014/main" id="{FBD49316-306F-4CA9-82E0-CA1C990DB314}"/>
                  </a:ext>
                </a:extLst>
              </p:cNvPr>
              <p:cNvCxnSpPr/>
              <p:nvPr/>
            </p:nvCxnSpPr>
            <p:spPr>
              <a:xfrm>
                <a:off x="12355692" y="3918852"/>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899" name="Straight Connector 1898">
                <a:extLst>
                  <a:ext uri="{FF2B5EF4-FFF2-40B4-BE49-F238E27FC236}">
                    <a16:creationId xmlns:a16="http://schemas.microsoft.com/office/drawing/2014/main" id="{37C66047-97D4-44B1-81EB-D15BED5DDE50}"/>
                  </a:ext>
                </a:extLst>
              </p:cNvPr>
              <p:cNvCxnSpPr/>
              <p:nvPr/>
            </p:nvCxnSpPr>
            <p:spPr>
              <a:xfrm>
                <a:off x="12355692" y="4571994"/>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0" name="Straight Connector 1899">
                <a:extLst>
                  <a:ext uri="{FF2B5EF4-FFF2-40B4-BE49-F238E27FC236}">
                    <a16:creationId xmlns:a16="http://schemas.microsoft.com/office/drawing/2014/main" id="{EDEE9B5F-4198-4FFD-87EF-ED0C68469DB4}"/>
                  </a:ext>
                </a:extLst>
              </p:cNvPr>
              <p:cNvCxnSpPr/>
              <p:nvPr/>
            </p:nvCxnSpPr>
            <p:spPr>
              <a:xfrm>
                <a:off x="12355692" y="5551707"/>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1" name="Straight Connector 1900">
                <a:extLst>
                  <a:ext uri="{FF2B5EF4-FFF2-40B4-BE49-F238E27FC236}">
                    <a16:creationId xmlns:a16="http://schemas.microsoft.com/office/drawing/2014/main" id="{97ECF772-DEA1-40E3-BFDB-E51697A425D0}"/>
                  </a:ext>
                </a:extLst>
              </p:cNvPr>
              <p:cNvCxnSpPr/>
              <p:nvPr/>
            </p:nvCxnSpPr>
            <p:spPr>
              <a:xfrm>
                <a:off x="12355692" y="5225136"/>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2" name="Straight Connector 1901">
                <a:extLst>
                  <a:ext uri="{FF2B5EF4-FFF2-40B4-BE49-F238E27FC236}">
                    <a16:creationId xmlns:a16="http://schemas.microsoft.com/office/drawing/2014/main" id="{BD1D36AA-35E5-4293-B351-3DF089A44C02}"/>
                  </a:ext>
                </a:extLst>
              </p:cNvPr>
              <p:cNvCxnSpPr/>
              <p:nvPr/>
            </p:nvCxnSpPr>
            <p:spPr>
              <a:xfrm>
                <a:off x="12355692" y="6204849"/>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3" name="Straight Connector 1902">
                <a:extLst>
                  <a:ext uri="{FF2B5EF4-FFF2-40B4-BE49-F238E27FC236}">
                    <a16:creationId xmlns:a16="http://schemas.microsoft.com/office/drawing/2014/main" id="{09194D05-1C9E-4D15-8B40-4076083BB5DC}"/>
                  </a:ext>
                </a:extLst>
              </p:cNvPr>
              <p:cNvCxnSpPr/>
              <p:nvPr/>
            </p:nvCxnSpPr>
            <p:spPr>
              <a:xfrm>
                <a:off x="12355692" y="5878278"/>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4" name="Straight Connector 1903">
                <a:extLst>
                  <a:ext uri="{FF2B5EF4-FFF2-40B4-BE49-F238E27FC236}">
                    <a16:creationId xmlns:a16="http://schemas.microsoft.com/office/drawing/2014/main" id="{C590795A-B842-403A-BF47-FA39EEDB5D95}"/>
                  </a:ext>
                </a:extLst>
              </p:cNvPr>
              <p:cNvCxnSpPr/>
              <p:nvPr/>
            </p:nvCxnSpPr>
            <p:spPr>
              <a:xfrm>
                <a:off x="12355692" y="6857991"/>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1905" name="Straight Connector 1904">
                <a:extLst>
                  <a:ext uri="{FF2B5EF4-FFF2-40B4-BE49-F238E27FC236}">
                    <a16:creationId xmlns:a16="http://schemas.microsoft.com/office/drawing/2014/main" id="{19285929-1B30-43E3-9B71-9D76E5A843AA}"/>
                  </a:ext>
                </a:extLst>
              </p:cNvPr>
              <p:cNvCxnSpPr/>
              <p:nvPr/>
            </p:nvCxnSpPr>
            <p:spPr>
              <a:xfrm>
                <a:off x="12355692" y="6531420"/>
                <a:ext cx="252000" cy="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2" name="Straight Connector 2091">
                <a:extLst>
                  <a:ext uri="{FF2B5EF4-FFF2-40B4-BE49-F238E27FC236}">
                    <a16:creationId xmlns:a16="http://schemas.microsoft.com/office/drawing/2014/main" id="{18955715-BE40-407F-8E29-AC978F520BFD}"/>
                  </a:ext>
                </a:extLst>
              </p:cNvPr>
              <p:cNvCxnSpPr/>
              <p:nvPr userDrawn="1"/>
            </p:nvCxnSpPr>
            <p:spPr>
              <a:xfrm flipH="1" flipV="1">
                <a:off x="1186250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3" name="Straight Connector 2092">
                <a:extLst>
                  <a:ext uri="{FF2B5EF4-FFF2-40B4-BE49-F238E27FC236}">
                    <a16:creationId xmlns:a16="http://schemas.microsoft.com/office/drawing/2014/main" id="{5638E2CC-1302-4B4E-8CB7-E6E75197EED1}"/>
                  </a:ext>
                </a:extLst>
              </p:cNvPr>
              <p:cNvCxnSpPr/>
              <p:nvPr userDrawn="1"/>
            </p:nvCxnSpPr>
            <p:spPr>
              <a:xfrm flipH="1" flipV="1">
                <a:off x="1219201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4" name="Straight Connector 2093">
                <a:extLst>
                  <a:ext uri="{FF2B5EF4-FFF2-40B4-BE49-F238E27FC236}">
                    <a16:creationId xmlns:a16="http://schemas.microsoft.com/office/drawing/2014/main" id="{5E6D3FA3-7D69-4381-82C8-6EE5806A8F4D}"/>
                  </a:ext>
                </a:extLst>
              </p:cNvPr>
              <p:cNvCxnSpPr/>
              <p:nvPr userDrawn="1"/>
            </p:nvCxnSpPr>
            <p:spPr>
              <a:xfrm flipH="1" flipV="1">
                <a:off x="1120347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5" name="Straight Connector 2094">
                <a:extLst>
                  <a:ext uri="{FF2B5EF4-FFF2-40B4-BE49-F238E27FC236}">
                    <a16:creationId xmlns:a16="http://schemas.microsoft.com/office/drawing/2014/main" id="{88D3BC91-170B-4944-82FE-C6537FCEDCE5}"/>
                  </a:ext>
                </a:extLst>
              </p:cNvPr>
              <p:cNvCxnSpPr/>
              <p:nvPr userDrawn="1"/>
            </p:nvCxnSpPr>
            <p:spPr>
              <a:xfrm flipH="1" flipV="1">
                <a:off x="1153298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6" name="Straight Connector 2095">
                <a:extLst>
                  <a:ext uri="{FF2B5EF4-FFF2-40B4-BE49-F238E27FC236}">
                    <a16:creationId xmlns:a16="http://schemas.microsoft.com/office/drawing/2014/main" id="{7154F9DC-E9CA-4FB6-9A29-2054090C74EC}"/>
                  </a:ext>
                </a:extLst>
              </p:cNvPr>
              <p:cNvCxnSpPr/>
              <p:nvPr userDrawn="1"/>
            </p:nvCxnSpPr>
            <p:spPr>
              <a:xfrm flipH="1" flipV="1">
                <a:off x="1054444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7" name="Straight Connector 2096">
                <a:extLst>
                  <a:ext uri="{FF2B5EF4-FFF2-40B4-BE49-F238E27FC236}">
                    <a16:creationId xmlns:a16="http://schemas.microsoft.com/office/drawing/2014/main" id="{42CC8AC6-600C-4B77-AD8B-466BCE26A6C1}"/>
                  </a:ext>
                </a:extLst>
              </p:cNvPr>
              <p:cNvCxnSpPr/>
              <p:nvPr userDrawn="1"/>
            </p:nvCxnSpPr>
            <p:spPr>
              <a:xfrm flipH="1" flipV="1">
                <a:off x="1087396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8" name="Straight Connector 2097">
                <a:extLst>
                  <a:ext uri="{FF2B5EF4-FFF2-40B4-BE49-F238E27FC236}">
                    <a16:creationId xmlns:a16="http://schemas.microsoft.com/office/drawing/2014/main" id="{2E2A4CE9-8101-4A20-9DAD-69474F75CE04}"/>
                  </a:ext>
                </a:extLst>
              </p:cNvPr>
              <p:cNvCxnSpPr/>
              <p:nvPr userDrawn="1"/>
            </p:nvCxnSpPr>
            <p:spPr>
              <a:xfrm flipH="1" flipV="1">
                <a:off x="988541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099" name="Straight Connector 2098">
                <a:extLst>
                  <a:ext uri="{FF2B5EF4-FFF2-40B4-BE49-F238E27FC236}">
                    <a16:creationId xmlns:a16="http://schemas.microsoft.com/office/drawing/2014/main" id="{32752D81-C2BC-4FED-A471-0D8EC660E2C3}"/>
                  </a:ext>
                </a:extLst>
              </p:cNvPr>
              <p:cNvCxnSpPr/>
              <p:nvPr userDrawn="1"/>
            </p:nvCxnSpPr>
            <p:spPr>
              <a:xfrm flipH="1" flipV="1">
                <a:off x="1021493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0" name="Straight Connector 2099">
                <a:extLst>
                  <a:ext uri="{FF2B5EF4-FFF2-40B4-BE49-F238E27FC236}">
                    <a16:creationId xmlns:a16="http://schemas.microsoft.com/office/drawing/2014/main" id="{CC1234EC-92F9-4C9A-9D17-BCE595C17B1A}"/>
                  </a:ext>
                </a:extLst>
              </p:cNvPr>
              <p:cNvCxnSpPr/>
              <p:nvPr userDrawn="1"/>
            </p:nvCxnSpPr>
            <p:spPr>
              <a:xfrm flipH="1" flipV="1">
                <a:off x="922639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1" name="Straight Connector 2100">
                <a:extLst>
                  <a:ext uri="{FF2B5EF4-FFF2-40B4-BE49-F238E27FC236}">
                    <a16:creationId xmlns:a16="http://schemas.microsoft.com/office/drawing/2014/main" id="{1BC8A546-E995-4E23-8D85-FEBEF1B8B4BB}"/>
                  </a:ext>
                </a:extLst>
              </p:cNvPr>
              <p:cNvCxnSpPr/>
              <p:nvPr userDrawn="1"/>
            </p:nvCxnSpPr>
            <p:spPr>
              <a:xfrm flipH="1" flipV="1">
                <a:off x="955590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2" name="Straight Connector 2101">
                <a:extLst>
                  <a:ext uri="{FF2B5EF4-FFF2-40B4-BE49-F238E27FC236}">
                    <a16:creationId xmlns:a16="http://schemas.microsoft.com/office/drawing/2014/main" id="{57733B90-9D75-4030-A3A5-818E2AB1D53F}"/>
                  </a:ext>
                </a:extLst>
              </p:cNvPr>
              <p:cNvCxnSpPr/>
              <p:nvPr userDrawn="1"/>
            </p:nvCxnSpPr>
            <p:spPr>
              <a:xfrm flipH="1" flipV="1">
                <a:off x="856736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3" name="Straight Connector 2102">
                <a:extLst>
                  <a:ext uri="{FF2B5EF4-FFF2-40B4-BE49-F238E27FC236}">
                    <a16:creationId xmlns:a16="http://schemas.microsoft.com/office/drawing/2014/main" id="{E9EB7894-0DE4-4276-9991-2625FF673EC3}"/>
                  </a:ext>
                </a:extLst>
              </p:cNvPr>
              <p:cNvCxnSpPr/>
              <p:nvPr userDrawn="1"/>
            </p:nvCxnSpPr>
            <p:spPr>
              <a:xfrm flipH="1" flipV="1">
                <a:off x="889687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4" name="Straight Connector 2103">
                <a:extLst>
                  <a:ext uri="{FF2B5EF4-FFF2-40B4-BE49-F238E27FC236}">
                    <a16:creationId xmlns:a16="http://schemas.microsoft.com/office/drawing/2014/main" id="{B729F981-201D-4A68-8485-8DEC52F62E61}"/>
                  </a:ext>
                </a:extLst>
              </p:cNvPr>
              <p:cNvCxnSpPr/>
              <p:nvPr userDrawn="1"/>
            </p:nvCxnSpPr>
            <p:spPr>
              <a:xfrm flipH="1" flipV="1">
                <a:off x="790833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5" name="Straight Connector 2104">
                <a:extLst>
                  <a:ext uri="{FF2B5EF4-FFF2-40B4-BE49-F238E27FC236}">
                    <a16:creationId xmlns:a16="http://schemas.microsoft.com/office/drawing/2014/main" id="{68C875F6-9F9B-4268-BCD1-0EAEEAF16F9C}"/>
                  </a:ext>
                </a:extLst>
              </p:cNvPr>
              <p:cNvCxnSpPr/>
              <p:nvPr userDrawn="1"/>
            </p:nvCxnSpPr>
            <p:spPr>
              <a:xfrm flipH="1" flipV="1">
                <a:off x="823784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6" name="Straight Connector 2105">
                <a:extLst>
                  <a:ext uri="{FF2B5EF4-FFF2-40B4-BE49-F238E27FC236}">
                    <a16:creationId xmlns:a16="http://schemas.microsoft.com/office/drawing/2014/main" id="{49182ECF-19FD-4540-AE84-90DA119FE625}"/>
                  </a:ext>
                </a:extLst>
              </p:cNvPr>
              <p:cNvCxnSpPr/>
              <p:nvPr userDrawn="1"/>
            </p:nvCxnSpPr>
            <p:spPr>
              <a:xfrm flipH="1" flipV="1">
                <a:off x="724930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7" name="Straight Connector 2106">
                <a:extLst>
                  <a:ext uri="{FF2B5EF4-FFF2-40B4-BE49-F238E27FC236}">
                    <a16:creationId xmlns:a16="http://schemas.microsoft.com/office/drawing/2014/main" id="{67D375AF-52AB-4F3B-9764-C16383B7093D}"/>
                  </a:ext>
                </a:extLst>
              </p:cNvPr>
              <p:cNvCxnSpPr/>
              <p:nvPr userDrawn="1"/>
            </p:nvCxnSpPr>
            <p:spPr>
              <a:xfrm flipH="1" flipV="1">
                <a:off x="757882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8" name="Straight Connector 2107">
                <a:extLst>
                  <a:ext uri="{FF2B5EF4-FFF2-40B4-BE49-F238E27FC236}">
                    <a16:creationId xmlns:a16="http://schemas.microsoft.com/office/drawing/2014/main" id="{877BC8F1-8106-499A-B32A-E6A88CA2718B}"/>
                  </a:ext>
                </a:extLst>
              </p:cNvPr>
              <p:cNvCxnSpPr/>
              <p:nvPr userDrawn="1"/>
            </p:nvCxnSpPr>
            <p:spPr>
              <a:xfrm flipH="1" flipV="1">
                <a:off x="659027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09" name="Straight Connector 2108">
                <a:extLst>
                  <a:ext uri="{FF2B5EF4-FFF2-40B4-BE49-F238E27FC236}">
                    <a16:creationId xmlns:a16="http://schemas.microsoft.com/office/drawing/2014/main" id="{1ABA91D5-02CB-48E9-AFC6-D648F9858D61}"/>
                  </a:ext>
                </a:extLst>
              </p:cNvPr>
              <p:cNvCxnSpPr/>
              <p:nvPr userDrawn="1"/>
            </p:nvCxnSpPr>
            <p:spPr>
              <a:xfrm flipH="1" flipV="1">
                <a:off x="691979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0" name="Straight Connector 2109">
                <a:extLst>
                  <a:ext uri="{FF2B5EF4-FFF2-40B4-BE49-F238E27FC236}">
                    <a16:creationId xmlns:a16="http://schemas.microsoft.com/office/drawing/2014/main" id="{187480F7-5D56-47DC-8159-3C927A11B8F5}"/>
                  </a:ext>
                </a:extLst>
              </p:cNvPr>
              <p:cNvCxnSpPr/>
              <p:nvPr userDrawn="1"/>
            </p:nvCxnSpPr>
            <p:spPr>
              <a:xfrm flipH="1" flipV="1">
                <a:off x="593125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1" name="Straight Connector 2110">
                <a:extLst>
                  <a:ext uri="{FF2B5EF4-FFF2-40B4-BE49-F238E27FC236}">
                    <a16:creationId xmlns:a16="http://schemas.microsoft.com/office/drawing/2014/main" id="{77A69EF4-3281-4A63-8BA9-5BB34F66857A}"/>
                  </a:ext>
                </a:extLst>
              </p:cNvPr>
              <p:cNvCxnSpPr/>
              <p:nvPr userDrawn="1"/>
            </p:nvCxnSpPr>
            <p:spPr>
              <a:xfrm flipH="1" flipV="1">
                <a:off x="626076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2" name="Straight Connector 2111">
                <a:extLst>
                  <a:ext uri="{FF2B5EF4-FFF2-40B4-BE49-F238E27FC236}">
                    <a16:creationId xmlns:a16="http://schemas.microsoft.com/office/drawing/2014/main" id="{39F765CF-D877-4E6C-8BD0-4688625623CE}"/>
                  </a:ext>
                </a:extLst>
              </p:cNvPr>
              <p:cNvCxnSpPr/>
              <p:nvPr userDrawn="1"/>
            </p:nvCxnSpPr>
            <p:spPr>
              <a:xfrm flipH="1" flipV="1">
                <a:off x="527222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3" name="Straight Connector 2112">
                <a:extLst>
                  <a:ext uri="{FF2B5EF4-FFF2-40B4-BE49-F238E27FC236}">
                    <a16:creationId xmlns:a16="http://schemas.microsoft.com/office/drawing/2014/main" id="{A159A1EA-9975-4CEF-9740-B976438CB8A4}"/>
                  </a:ext>
                </a:extLst>
              </p:cNvPr>
              <p:cNvCxnSpPr/>
              <p:nvPr userDrawn="1"/>
            </p:nvCxnSpPr>
            <p:spPr>
              <a:xfrm flipH="1" flipV="1">
                <a:off x="560173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4" name="Straight Connector 2113">
                <a:extLst>
                  <a:ext uri="{FF2B5EF4-FFF2-40B4-BE49-F238E27FC236}">
                    <a16:creationId xmlns:a16="http://schemas.microsoft.com/office/drawing/2014/main" id="{5BD5C484-36E6-4C93-B2E2-4DE58CD754FD}"/>
                  </a:ext>
                </a:extLst>
              </p:cNvPr>
              <p:cNvCxnSpPr/>
              <p:nvPr userDrawn="1"/>
            </p:nvCxnSpPr>
            <p:spPr>
              <a:xfrm flipH="1" flipV="1">
                <a:off x="461319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5" name="Straight Connector 2114">
                <a:extLst>
                  <a:ext uri="{FF2B5EF4-FFF2-40B4-BE49-F238E27FC236}">
                    <a16:creationId xmlns:a16="http://schemas.microsoft.com/office/drawing/2014/main" id="{5AA32D50-6D4D-4163-8E85-A8902ABA7916}"/>
                  </a:ext>
                </a:extLst>
              </p:cNvPr>
              <p:cNvCxnSpPr/>
              <p:nvPr userDrawn="1"/>
            </p:nvCxnSpPr>
            <p:spPr>
              <a:xfrm flipH="1" flipV="1">
                <a:off x="494270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6" name="Straight Connector 2115">
                <a:extLst>
                  <a:ext uri="{FF2B5EF4-FFF2-40B4-BE49-F238E27FC236}">
                    <a16:creationId xmlns:a16="http://schemas.microsoft.com/office/drawing/2014/main" id="{6DCC40B9-BD3D-4450-A249-8B987B5DCB6E}"/>
                  </a:ext>
                </a:extLst>
              </p:cNvPr>
              <p:cNvCxnSpPr/>
              <p:nvPr userDrawn="1"/>
            </p:nvCxnSpPr>
            <p:spPr>
              <a:xfrm flipH="1" flipV="1">
                <a:off x="395416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7" name="Straight Connector 2116">
                <a:extLst>
                  <a:ext uri="{FF2B5EF4-FFF2-40B4-BE49-F238E27FC236}">
                    <a16:creationId xmlns:a16="http://schemas.microsoft.com/office/drawing/2014/main" id="{89A7B52C-4AD1-45CC-9C19-1E7E5F245D10}"/>
                  </a:ext>
                </a:extLst>
              </p:cNvPr>
              <p:cNvCxnSpPr/>
              <p:nvPr userDrawn="1"/>
            </p:nvCxnSpPr>
            <p:spPr>
              <a:xfrm flipH="1" flipV="1">
                <a:off x="428368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8" name="Straight Connector 2117">
                <a:extLst>
                  <a:ext uri="{FF2B5EF4-FFF2-40B4-BE49-F238E27FC236}">
                    <a16:creationId xmlns:a16="http://schemas.microsoft.com/office/drawing/2014/main" id="{DEC05E5E-3D4B-4389-B071-5516A1A7F16F}"/>
                  </a:ext>
                </a:extLst>
              </p:cNvPr>
              <p:cNvCxnSpPr/>
              <p:nvPr userDrawn="1"/>
            </p:nvCxnSpPr>
            <p:spPr>
              <a:xfrm flipH="1" flipV="1">
                <a:off x="329513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19" name="Straight Connector 2118">
                <a:extLst>
                  <a:ext uri="{FF2B5EF4-FFF2-40B4-BE49-F238E27FC236}">
                    <a16:creationId xmlns:a16="http://schemas.microsoft.com/office/drawing/2014/main" id="{B835C85E-0FC9-475E-A20F-3EA2E027E444}"/>
                  </a:ext>
                </a:extLst>
              </p:cNvPr>
              <p:cNvCxnSpPr/>
              <p:nvPr userDrawn="1"/>
            </p:nvCxnSpPr>
            <p:spPr>
              <a:xfrm flipH="1" flipV="1">
                <a:off x="362465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0" name="Straight Connector 2119">
                <a:extLst>
                  <a:ext uri="{FF2B5EF4-FFF2-40B4-BE49-F238E27FC236}">
                    <a16:creationId xmlns:a16="http://schemas.microsoft.com/office/drawing/2014/main" id="{7B6D0C7C-1910-42C4-931C-8B0E0D50F48D}"/>
                  </a:ext>
                </a:extLst>
              </p:cNvPr>
              <p:cNvCxnSpPr/>
              <p:nvPr userDrawn="1"/>
            </p:nvCxnSpPr>
            <p:spPr>
              <a:xfrm flipH="1" flipV="1">
                <a:off x="263611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1" name="Straight Connector 2120">
                <a:extLst>
                  <a:ext uri="{FF2B5EF4-FFF2-40B4-BE49-F238E27FC236}">
                    <a16:creationId xmlns:a16="http://schemas.microsoft.com/office/drawing/2014/main" id="{21278BB2-F644-46A5-8D69-879E4155CB9E}"/>
                  </a:ext>
                </a:extLst>
              </p:cNvPr>
              <p:cNvCxnSpPr/>
              <p:nvPr userDrawn="1"/>
            </p:nvCxnSpPr>
            <p:spPr>
              <a:xfrm flipH="1" flipV="1">
                <a:off x="296562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2" name="Straight Connector 2121">
                <a:extLst>
                  <a:ext uri="{FF2B5EF4-FFF2-40B4-BE49-F238E27FC236}">
                    <a16:creationId xmlns:a16="http://schemas.microsoft.com/office/drawing/2014/main" id="{A21BBD2C-6258-4A19-BB5C-5FF47112C4A5}"/>
                  </a:ext>
                </a:extLst>
              </p:cNvPr>
              <p:cNvCxnSpPr/>
              <p:nvPr userDrawn="1"/>
            </p:nvCxnSpPr>
            <p:spPr>
              <a:xfrm flipH="1" flipV="1">
                <a:off x="197708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3" name="Straight Connector 2122">
                <a:extLst>
                  <a:ext uri="{FF2B5EF4-FFF2-40B4-BE49-F238E27FC236}">
                    <a16:creationId xmlns:a16="http://schemas.microsoft.com/office/drawing/2014/main" id="{48116147-B980-486E-AF28-3CCFE568C1E3}"/>
                  </a:ext>
                </a:extLst>
              </p:cNvPr>
              <p:cNvCxnSpPr/>
              <p:nvPr userDrawn="1"/>
            </p:nvCxnSpPr>
            <p:spPr>
              <a:xfrm flipH="1" flipV="1">
                <a:off x="230659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4" name="Straight Connector 2123">
                <a:extLst>
                  <a:ext uri="{FF2B5EF4-FFF2-40B4-BE49-F238E27FC236}">
                    <a16:creationId xmlns:a16="http://schemas.microsoft.com/office/drawing/2014/main" id="{700800A8-572C-445C-87F6-C9F8F63FC1AE}"/>
                  </a:ext>
                </a:extLst>
              </p:cNvPr>
              <p:cNvCxnSpPr/>
              <p:nvPr userDrawn="1"/>
            </p:nvCxnSpPr>
            <p:spPr>
              <a:xfrm flipH="1" flipV="1">
                <a:off x="1318055"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5" name="Straight Connector 2124">
                <a:extLst>
                  <a:ext uri="{FF2B5EF4-FFF2-40B4-BE49-F238E27FC236}">
                    <a16:creationId xmlns:a16="http://schemas.microsoft.com/office/drawing/2014/main" id="{B05BC7E7-AD65-4241-9D62-F84F492B3E88}"/>
                  </a:ext>
                </a:extLst>
              </p:cNvPr>
              <p:cNvCxnSpPr/>
              <p:nvPr userDrawn="1"/>
            </p:nvCxnSpPr>
            <p:spPr>
              <a:xfrm flipH="1" flipV="1">
                <a:off x="1647569"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6" name="Straight Connector 2125">
                <a:extLst>
                  <a:ext uri="{FF2B5EF4-FFF2-40B4-BE49-F238E27FC236}">
                    <a16:creationId xmlns:a16="http://schemas.microsoft.com/office/drawing/2014/main" id="{C345A2B3-B095-4911-9931-8FE4BA1568DF}"/>
                  </a:ext>
                </a:extLst>
              </p:cNvPr>
              <p:cNvCxnSpPr/>
              <p:nvPr userDrawn="1"/>
            </p:nvCxnSpPr>
            <p:spPr>
              <a:xfrm flipH="1" flipV="1">
                <a:off x="659027"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7" name="Straight Connector 2126">
                <a:extLst>
                  <a:ext uri="{FF2B5EF4-FFF2-40B4-BE49-F238E27FC236}">
                    <a16:creationId xmlns:a16="http://schemas.microsoft.com/office/drawing/2014/main" id="{EFFD2F0B-C60B-4858-A70D-7869E9228341}"/>
                  </a:ext>
                </a:extLst>
              </p:cNvPr>
              <p:cNvCxnSpPr/>
              <p:nvPr userDrawn="1"/>
            </p:nvCxnSpPr>
            <p:spPr>
              <a:xfrm flipH="1" flipV="1">
                <a:off x="988541"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8" name="Straight Connector 2127">
                <a:extLst>
                  <a:ext uri="{FF2B5EF4-FFF2-40B4-BE49-F238E27FC236}">
                    <a16:creationId xmlns:a16="http://schemas.microsoft.com/office/drawing/2014/main" id="{9C4F4319-8E5B-491E-8A16-E420FB9BF300}"/>
                  </a:ext>
                </a:extLst>
              </p:cNvPr>
              <p:cNvCxnSpPr/>
              <p:nvPr userDrawn="1"/>
            </p:nvCxnSpPr>
            <p:spPr>
              <a:xfrm flipH="1" flipV="1">
                <a:off x="0"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cxnSp>
            <p:nvCxnSpPr>
              <p:cNvPr id="2129" name="Straight Connector 2128">
                <a:extLst>
                  <a:ext uri="{FF2B5EF4-FFF2-40B4-BE49-F238E27FC236}">
                    <a16:creationId xmlns:a16="http://schemas.microsoft.com/office/drawing/2014/main" id="{FFB34A7A-6794-45FC-9163-FF8C69C3C72F}"/>
                  </a:ext>
                </a:extLst>
              </p:cNvPr>
              <p:cNvCxnSpPr/>
              <p:nvPr userDrawn="1"/>
            </p:nvCxnSpPr>
            <p:spPr>
              <a:xfrm flipH="1" flipV="1">
                <a:off x="329513" y="7041426"/>
                <a:ext cx="0" cy="252000"/>
              </a:xfrm>
              <a:prstGeom prst="line">
                <a:avLst/>
              </a:prstGeom>
              <a:ln w="6350">
                <a:solidFill>
                  <a:srgbClr val="A8A8A8"/>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userDrawn="1">
            <p:ph type="title"/>
          </p:nvPr>
        </p:nvSpPr>
        <p:spPr bwMode="auto">
          <a:xfrm>
            <a:off x="659008" y="325235"/>
            <a:ext cx="10873955" cy="817244"/>
          </a:xfrm>
          <a:prstGeom prst="rect">
            <a:avLst/>
          </a:prstGeom>
        </p:spPr>
        <p:txBody>
          <a:bodyPr anchor="t" anchorCtr="0" bIns="0" lIns="0" rIns="0" rtlCol="0" tIns="0" vert="horz">
            <a:noAutofit/>
          </a:bodyPr>
          <a:lstStyle/>
          <a:p>
            <a:r>
              <a:rPr lang="en-GB" noProof="0"/>
              <a:t>Click to edit </a:t>
            </a:r>
            <a:br>
              <a:rPr lang="en-GB" noProof="0"/>
            </a:br>
            <a:r>
              <a:rPr lang="en-GB" noProof="0"/>
              <a:t>Master title style</a:t>
            </a:r>
          </a:p>
        </p:txBody>
      </p:sp>
      <p:sp>
        <p:nvSpPr>
          <p:cNvPr id="3" name="Text Placeholder 2"/>
          <p:cNvSpPr>
            <a:spLocks noGrp="1"/>
          </p:cNvSpPr>
          <p:nvPr userDrawn="1">
            <p:ph idx="1" type="body"/>
          </p:nvPr>
        </p:nvSpPr>
        <p:spPr bwMode="auto">
          <a:xfrm>
            <a:off x="659008" y="1141197"/>
            <a:ext cx="10873955" cy="5142128"/>
          </a:xfrm>
          <a:prstGeom prst="rect">
            <a:avLst/>
          </a:prstGeom>
        </p:spPr>
        <p:txBody>
          <a:bodyPr bIns="0" lIns="0" rIns="0" rtlCol="0" tIns="0" vert="horz">
            <a:noAutofit/>
          </a:bodyPr>
          <a:lstStyle/>
          <a:p>
            <a:pPr lvl="0"/>
            <a:r>
              <a:rPr dirty="0" lang="en-GB" noProof="0"/>
              <a:t>Click to add text</a:t>
            </a:r>
          </a:p>
          <a:p>
            <a:pPr lvl="1"/>
            <a:r>
              <a:rPr dirty="0" lang="en-GB" noProof="0"/>
              <a:t>Second level</a:t>
            </a:r>
          </a:p>
          <a:p>
            <a:pPr lvl="2"/>
            <a:r>
              <a:rPr dirty="0" lang="en-GB" noProof="0"/>
              <a:t>Third level</a:t>
            </a:r>
          </a:p>
          <a:p>
            <a:pPr lvl="3"/>
            <a:r>
              <a:rPr dirty="0" lang="en-GB" noProof="0"/>
              <a:t>Fourth level</a:t>
            </a:r>
          </a:p>
          <a:p>
            <a:pPr lvl="4"/>
            <a:r>
              <a:rPr lang="en-GB" noProof="0"/>
              <a:t>Fifth level</a:t>
            </a:r>
            <a:endParaRPr dirty="0" lang="en-GB" noProof="0"/>
          </a:p>
        </p:txBody>
      </p:sp>
      <p:sp>
        <p:nvSpPr>
          <p:cNvPr id="21" name="Slide Number Placeholder 5"/>
          <p:cNvSpPr>
            <a:spLocks noGrp="1"/>
          </p:cNvSpPr>
          <p:nvPr userDrawn="1">
            <p:ph idx="4" sz="quarter" type="sldNum"/>
          </p:nvPr>
        </p:nvSpPr>
        <p:spPr bwMode="gray">
          <a:xfrm>
            <a:off x="11037663" y="6403940"/>
            <a:ext cx="495300" cy="188119"/>
          </a:xfrm>
          <a:prstGeom prst="rect">
            <a:avLst/>
          </a:prstGeom>
        </p:spPr>
        <p:txBody>
          <a:bodyPr anchor="ctr" bIns="0" lIns="0" rIns="0" rtlCol="0" tIns="0" vert="horz"/>
          <a:lstStyle>
            <a:lvl1pPr algn="r">
              <a:defRPr b="0" i="0" sz="1000">
                <a:solidFill>
                  <a:schemeClr val="tx1"/>
                </a:solidFill>
              </a:defRPr>
            </a:lvl1pPr>
          </a:lstStyle>
          <a:p>
            <a:fld id="{DDD2A080-DA64-4F5C-9131-47EB793B4410}" type="slidenum">
              <a:rPr lang="en-GB" smtClean="0"/>
              <a:pPr/>
              <a:t>‹#›</a:t>
            </a:fld>
            <a:endParaRPr dirty="0" lang="en-GB"/>
          </a:p>
        </p:txBody>
      </p:sp>
      <p:sp>
        <p:nvSpPr>
          <p:cNvPr id="5" name="Footer Placeholder 4">
            <a:extLst>
              <a:ext uri="{FF2B5EF4-FFF2-40B4-BE49-F238E27FC236}">
                <a16:creationId xmlns:a16="http://schemas.microsoft.com/office/drawing/2014/main" id="{23CCD4DD-CD62-41D2-B52A-25AF9A5EF44A}"/>
              </a:ext>
            </a:extLst>
          </p:cNvPr>
          <p:cNvSpPr>
            <a:spLocks noGrp="1"/>
          </p:cNvSpPr>
          <p:nvPr userDrawn="1">
            <p:ph idx="3" sz="quarter" type="ftr"/>
          </p:nvPr>
        </p:nvSpPr>
        <p:spPr>
          <a:xfrm>
            <a:off x="659007" y="6403940"/>
            <a:ext cx="8896889" cy="187200"/>
          </a:xfrm>
          <a:prstGeom prst="rect">
            <a:avLst/>
          </a:prstGeom>
        </p:spPr>
        <p:txBody>
          <a:bodyPr anchor="ctr" bIns="0" lIns="0" rIns="0" rtlCol="0" tIns="0" vert="horz">
            <a:noAutofit/>
          </a:bodyPr>
          <a:lstStyle>
            <a:lvl1pPr algn="l">
              <a:defRPr lang="en-US" smtClean="0" sz="900"/>
            </a:lvl1pPr>
          </a:lstStyle>
          <a:p>
            <a:endParaRPr dirty="0" lang="en-GB" noProof="0"/>
          </a:p>
        </p:txBody>
      </p:sp>
    </p:spTree>
    <p:extLst>
      <p:ext uri="{BB962C8B-B14F-4D97-AF65-F5344CB8AC3E}">
        <p14:creationId xmlns:p14="http://schemas.microsoft.com/office/powerpoint/2010/main" val="4239967618"/>
      </p:ext>
    </p:extLst>
  </p:cSld>
  <p:clrMap accent1="accent1" accent2="accent2" accent3="accent3" accent4="accent4" accent5="accent5" accent6="accent6" bg1="lt1" bg2="lt2" folHlink="folHlink" hlink="hlink" tx1="dk1" tx2="dk2"/>
  <p:sldLayoutIdLst>
    <p:sldLayoutId id="2147483707" r:id="rId1"/>
    <p:sldLayoutId id="2147483685" r:id="rId2"/>
    <p:sldLayoutId id="2147483737" r:id="rId3"/>
    <p:sldLayoutId id="2147483729" r:id="rId4"/>
    <p:sldLayoutId id="2147483725" r:id="rId5"/>
    <p:sldLayoutId id="2147483777" r:id="rId6"/>
    <p:sldLayoutId id="2147483781" r:id="rId7"/>
    <p:sldLayoutId id="2147483796" r:id="rId8"/>
    <p:sldLayoutId id="2147483797" r:id="rId9"/>
    <p:sldLayoutId id="2147483692" r:id="rId10"/>
    <p:sldLayoutId id="2147483711" r:id="rId11"/>
    <p:sldLayoutId id="2147483779" r:id="rId12"/>
    <p:sldLayoutId id="2147483694" r:id="rId13"/>
    <p:sldLayoutId id="2147483695" r:id="rId14"/>
    <p:sldLayoutId id="2147483696" r:id="rId15"/>
    <p:sldLayoutId id="2147483736" r:id="rId16"/>
    <p:sldLayoutId id="2147483773" r:id="rId17"/>
    <p:sldLayoutId id="2147483774" r:id="rId18"/>
    <p:sldLayoutId id="2147483731" r:id="rId19"/>
    <p:sldLayoutId id="2147483697" r:id="rId20"/>
    <p:sldLayoutId id="2147483740" r:id="rId21"/>
    <p:sldLayoutId id="2147483716" r:id="rId22"/>
    <p:sldLayoutId id="2147483718" r:id="rId23"/>
    <p:sldLayoutId id="2147483719" r:id="rId24"/>
    <p:sldLayoutId id="2147483700" r:id="rId25"/>
    <p:sldLayoutId id="2147483743" r:id="rId26"/>
    <p:sldLayoutId id="2147483742" r:id="rId27"/>
    <p:sldLayoutId id="2147483741" r:id="rId28"/>
    <p:sldLayoutId id="2147483775" r:id="rId29"/>
    <p:sldLayoutId id="2147483776" r:id="rId30"/>
    <p:sldLayoutId id="2147483726" r:id="rId31"/>
    <p:sldLayoutId id="2147483778" r:id="rId32"/>
  </p:sldLayoutIdLst>
  <p:hf dt="0" ftr="0" hdr="0"/>
  <p:txStyles>
    <p:titleStyle>
      <a:lvl1pPr algn="l" defTabSz="914400" eaLnBrk="1" hangingPunct="1" latinLnBrk="0" rtl="0">
        <a:lnSpc>
          <a:spcPct val="83000"/>
        </a:lnSpc>
        <a:spcBef>
          <a:spcPct val="0"/>
        </a:spcBef>
        <a:buNone/>
        <a:defRPr b="1" baseline="0" kern="1200" sz="2800">
          <a:solidFill>
            <a:schemeClr val="tx2"/>
          </a:solidFill>
          <a:latin typeface="+mj-lt"/>
          <a:ea typeface="+mj-ea"/>
          <a:cs charset="0" pitchFamily="2" typeface="ING Me"/>
        </a:defRPr>
      </a:lvl1pPr>
    </p:titleStyle>
    <p:bodyStyle>
      <a:lvl1pPr algn="l" defTabSz="914400" eaLnBrk="1" hangingPunct="1" indent="0" latinLnBrk="0" marL="0" rtl="0">
        <a:lnSpc>
          <a:spcPct val="90000"/>
        </a:lnSpc>
        <a:spcBef>
          <a:spcPts val="0"/>
        </a:spcBef>
        <a:spcAft>
          <a:spcPts val="300"/>
        </a:spcAft>
        <a:buFont charset="0" panose="020B0604020202020204" pitchFamily="34" typeface="Arial"/>
        <a:buNone/>
        <a:defRPr b="0" baseline="0" kern="1200" sz="2000">
          <a:solidFill>
            <a:schemeClr val="tx1"/>
          </a:solidFill>
          <a:latin typeface="+mn-lt"/>
          <a:ea typeface="+mn-ea"/>
          <a:cs charset="0" pitchFamily="2" typeface="ING Me"/>
        </a:defRPr>
      </a:lvl1pPr>
      <a:lvl2pPr algn="l" defTabSz="914400" eaLnBrk="1" hangingPunct="1" indent="-180000" latinLnBrk="0" marL="180000" rtl="0">
        <a:lnSpc>
          <a:spcPct val="90000"/>
        </a:lnSpc>
        <a:spcBef>
          <a:spcPts val="0"/>
        </a:spcBef>
        <a:spcAft>
          <a:spcPts val="300"/>
        </a:spcAft>
        <a:buFontTx/>
        <a:buBlip>
          <a:blip r:embed="rId34">
            <a:extLst>
              <a:ext uri="{96DAC541-7B7A-43D3-8B79-37D633B846F1}">
                <asvg:svgBlip xmlns:asvg="http://schemas.microsoft.com/office/drawing/2016/SVG/main" r:embed="rId35"/>
              </a:ext>
            </a:extLst>
          </a:blip>
        </a:buBlip>
        <a:defRPr baseline="0" kern="1200" sz="2000">
          <a:solidFill>
            <a:schemeClr val="tx1"/>
          </a:solidFill>
          <a:latin typeface="+mn-lt"/>
          <a:ea typeface="+mn-ea"/>
          <a:cs charset="0" pitchFamily="2" typeface="ING Me"/>
        </a:defRPr>
      </a:lvl2pPr>
      <a:lvl3pPr algn="l" defTabSz="914400" eaLnBrk="1" hangingPunct="1" indent="-180000" latinLnBrk="0" marL="360000" rtl="0">
        <a:lnSpc>
          <a:spcPct val="90000"/>
        </a:lnSpc>
        <a:spcBef>
          <a:spcPts val="0"/>
        </a:spcBef>
        <a:spcAft>
          <a:spcPts val="300"/>
        </a:spcAft>
        <a:buClr>
          <a:schemeClr val="tx2"/>
        </a:buClr>
        <a:buFontTx/>
        <a:buBlip>
          <a:blip r:embed="rId36">
            <a:extLst>
              <a:ext uri="{96DAC541-7B7A-43D3-8B79-37D633B846F1}">
                <asvg:svgBlip xmlns:asvg="http://schemas.microsoft.com/office/drawing/2016/SVG/main" r:embed="rId37"/>
              </a:ext>
            </a:extLst>
          </a:blip>
        </a:buBlip>
        <a:defRPr baseline="0" kern="1200" sz="2000">
          <a:solidFill>
            <a:schemeClr val="tx1"/>
          </a:solidFill>
          <a:latin typeface="+mn-lt"/>
          <a:ea typeface="+mn-ea"/>
          <a:cs charset="0" pitchFamily="2" typeface="ING Me"/>
        </a:defRPr>
      </a:lvl3pPr>
      <a:lvl4pPr algn="l" defTabSz="914400" eaLnBrk="1" hangingPunct="1" indent="-180000" latinLnBrk="0" marL="540000" rtl="0">
        <a:lnSpc>
          <a:spcPct val="90000"/>
        </a:lnSpc>
        <a:spcBef>
          <a:spcPts val="0"/>
        </a:spcBef>
        <a:spcAft>
          <a:spcPts val="300"/>
        </a:spcAft>
        <a:buClr>
          <a:schemeClr val="bg2"/>
        </a:buClr>
        <a:buFontTx/>
        <a:buBlip>
          <a:blip r:embed="rId38">
            <a:extLst>
              <a:ext uri="{96DAC541-7B7A-43D3-8B79-37D633B846F1}">
                <asvg:svgBlip xmlns:asvg="http://schemas.microsoft.com/office/drawing/2016/SVG/main" r:embed="rId39"/>
              </a:ext>
            </a:extLst>
          </a:blip>
        </a:buBlip>
        <a:defRPr baseline="0" kern="1200" sz="2000">
          <a:solidFill>
            <a:schemeClr val="tx1"/>
          </a:solidFill>
          <a:latin typeface="+mn-lt"/>
          <a:ea typeface="+mn-ea"/>
          <a:cs charset="0" pitchFamily="2" typeface="ING Me"/>
        </a:defRPr>
      </a:lvl4pPr>
      <a:lvl5pPr algn="l" defTabSz="914400" eaLnBrk="1" hangingPunct="1" indent="-180000" latinLnBrk="0" marL="720000" rtl="0">
        <a:lnSpc>
          <a:spcPct val="90000"/>
        </a:lnSpc>
        <a:spcBef>
          <a:spcPts val="0"/>
        </a:spcBef>
        <a:spcAft>
          <a:spcPts val="300"/>
        </a:spcAft>
        <a:buClr>
          <a:schemeClr val="accent3"/>
        </a:buClr>
        <a:buFontTx/>
        <a:buBlip>
          <a:blip r:embed="rId40">
            <a:extLst>
              <a:ext uri="{96DAC541-7B7A-43D3-8B79-37D633B846F1}">
                <asvg:svgBlip xmlns:asvg="http://schemas.microsoft.com/office/drawing/2016/SVG/main" r:embed="rId41"/>
              </a:ext>
            </a:extLst>
          </a:blip>
        </a:buBlip>
        <a:defRPr baseline="0" kern="1200" sz="2000">
          <a:solidFill>
            <a:schemeClr val="tx1"/>
          </a:solidFill>
          <a:latin typeface="+mn-lt"/>
          <a:ea typeface="+mn-ea"/>
          <a:cs charset="0" pitchFamily="2" typeface="ING Me"/>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GB"/>
      </a:defPPr>
      <a:lvl1pPr algn="l" defTabSz="914400" eaLnBrk="1" hangingPunct="1" latinLnBrk="0" marL="0" rtl="0">
        <a:defRPr kern="1200" sz="1400">
          <a:solidFill>
            <a:schemeClr val="tx1"/>
          </a:solidFill>
          <a:latin typeface="+mn-lt"/>
          <a:ea typeface="+mn-ea"/>
          <a:cs typeface="+mn-cs"/>
        </a:defRPr>
      </a:lvl1pPr>
      <a:lvl2pPr algn="l" defTabSz="914400" eaLnBrk="1" hangingPunct="1" latinLnBrk="0" marL="0" rtl="0">
        <a:defRPr kern="1200" sz="1400">
          <a:solidFill>
            <a:schemeClr val="tx1"/>
          </a:solidFill>
          <a:latin typeface="+mn-lt"/>
          <a:ea typeface="+mn-ea"/>
          <a:cs typeface="+mn-cs"/>
        </a:defRPr>
      </a:lvl2pPr>
      <a:lvl3pPr algn="l" defTabSz="914400" eaLnBrk="1" hangingPunct="1" latinLnBrk="0" marL="0" rtl="0">
        <a:defRPr kern="1200" sz="1400">
          <a:solidFill>
            <a:schemeClr val="tx1"/>
          </a:solidFill>
          <a:latin typeface="+mn-lt"/>
          <a:ea typeface="+mn-ea"/>
          <a:cs typeface="+mn-cs"/>
        </a:defRPr>
      </a:lvl3pPr>
      <a:lvl4pPr algn="l" defTabSz="914400" eaLnBrk="1" hangingPunct="1" latinLnBrk="0" marL="0" rtl="0">
        <a:defRPr kern="1200" sz="1400">
          <a:solidFill>
            <a:schemeClr val="tx1"/>
          </a:solidFill>
          <a:latin typeface="+mn-lt"/>
          <a:ea typeface="+mn-ea"/>
          <a:cs typeface="+mn-cs"/>
        </a:defRPr>
      </a:lvl4pPr>
      <a:lvl5pPr algn="l" defTabSz="914400" eaLnBrk="1" hangingPunct="1" latinLnBrk="0" marL="0" rtl="0">
        <a:defRPr kern="1200" sz="1400">
          <a:solidFill>
            <a:schemeClr val="tx1"/>
          </a:solidFill>
          <a:latin typeface="+mn-lt"/>
          <a:ea typeface="+mn-ea"/>
          <a:cs typeface="+mn-cs"/>
        </a:defRPr>
      </a:lvl5pPr>
      <a:lvl6pPr algn="l" defTabSz="914400" eaLnBrk="1" hangingPunct="1" latinLnBrk="0" marL="0" rtl="0">
        <a:defRPr kern="1200" sz="1400">
          <a:solidFill>
            <a:schemeClr val="tx1"/>
          </a:solidFill>
          <a:latin typeface="+mn-lt"/>
          <a:ea typeface="+mn-ea"/>
          <a:cs typeface="+mn-cs"/>
        </a:defRPr>
      </a:lvl6pPr>
      <a:lvl7pPr algn="l" defTabSz="914400" eaLnBrk="1" hangingPunct="1" latinLnBrk="0" marL="0" rtl="0">
        <a:defRPr kern="1200" sz="1400">
          <a:solidFill>
            <a:schemeClr val="tx1"/>
          </a:solidFill>
          <a:latin typeface="+mn-lt"/>
          <a:ea typeface="+mn-ea"/>
          <a:cs typeface="+mn-cs"/>
        </a:defRPr>
      </a:lvl7pPr>
      <a:lvl8pPr algn="l" defTabSz="914400" eaLnBrk="1" hangingPunct="1" latinLnBrk="0" marL="0" rtl="0">
        <a:defRPr kern="1200" sz="1400">
          <a:solidFill>
            <a:schemeClr val="tx1"/>
          </a:solidFill>
          <a:latin typeface="+mn-lt"/>
          <a:ea typeface="+mn-ea"/>
          <a:cs typeface="+mn-cs"/>
        </a:defRPr>
      </a:lvl8pPr>
      <a:lvl9pPr algn="l" defTabSz="914400" eaLnBrk="1" hangingPunct="1" latinLnBrk="0" marL="0" rtl="0">
        <a:defRPr kern="1200" sz="14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721" userDrawn="1">
          <p15:clr>
            <a:srgbClr val="F26B43"/>
          </p15:clr>
        </p15:guide>
        <p15:guide id="9" orient="horz" pos="205" userDrawn="1">
          <p15:clr>
            <a:srgbClr val="F26B43"/>
          </p15:clr>
        </p15:guide>
        <p15:guide id="11" orient="horz" pos="3904" userDrawn="1">
          <p15:clr>
            <a:srgbClr val="F26B43"/>
          </p15:clr>
        </p15:guide>
        <p15:guide id="13" pos="7473" userDrawn="1">
          <p15:clr>
            <a:srgbClr val="F26B43"/>
          </p15:clr>
        </p15:guide>
        <p15:guide id="14" pos="417" userDrawn="1">
          <p15:clr>
            <a:srgbClr val="F26B43"/>
          </p15:clr>
        </p15:guide>
        <p15:guide id="18" pos="3840" userDrawn="1">
          <p15:clr>
            <a:srgbClr val="F26B43"/>
          </p15:clr>
        </p15:guide>
        <p15:guide id="19" orient="horz" pos="2160" userDrawn="1">
          <p15:clr>
            <a:srgbClr val="F26B43"/>
          </p15:clr>
        </p15:guide>
        <p15:guide id="20" pos="7268"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Drop Game - Multiplayer WebSocket Implementation</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Project Overview &amp; Architecture</a:t>
            </a:r>
            <a:br/>
            <a:br/>
            <a:r>
              <a:rPr/>
              <a:t>Your Name</a:t>
            </a:r>
          </a:p>
        </p:txBody>
      </p:sp>
      <p:sp>
        <p:nvSpPr>
          <p:cNvPr id="4" name="Date Placeholder 3"/>
          <p:cNvSpPr>
            <a:spLocks noGrp="1"/>
          </p:cNvSpPr>
          <p:nvPr>
            <p:ph idx="10" sz="half" type="dt"/>
          </p:nvPr>
        </p:nvSpPr>
        <p:spPr/>
        <p:txBody>
          <a:bodyPr/>
          <a:lstStyle/>
          <a:p>
            <a:pPr lvl="0" indent="0" marL="0">
              <a:buNone/>
            </a:pPr>
            <a:r>
              <a:rPr/>
              <a:t>January 2026</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Project Overview</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Drop Game?</a:t>
            </a:r>
          </a:p>
        </p:txBody>
      </p:sp>
      <p:sp>
        <p:nvSpPr>
          <p:cNvPr id="3" name="Content Placeholder 2"/>
          <p:cNvSpPr>
            <a:spLocks noGrp="1"/>
          </p:cNvSpPr>
          <p:nvPr>
            <p:ph idx="1"/>
          </p:nvPr>
        </p:nvSpPr>
        <p:spPr/>
        <p:txBody>
          <a:bodyPr/>
          <a:lstStyle/>
          <a:p>
            <a:pPr lvl="0"/>
            <a:r>
              <a:rPr/>
              <a:t>A multiplayer arcade-style game built with LibGDX</a:t>
            </a:r>
          </a:p>
          <a:p>
            <a:pPr lvl="0"/>
            <a:r>
              <a:rPr/>
              <a:t>Players control buckets to catch falling drops</a:t>
            </a:r>
          </a:p>
          <a:p>
            <a:pPr lvl="0"/>
            <a:r>
              <a:rPr/>
              <a:t>Real-time multiplayer gameplay using WebSocket communication</a:t>
            </a:r>
          </a:p>
          <a:p>
            <a:pPr lvl="0"/>
            <a:r>
              <a:rPr/>
              <a:t>Cross-platform deployment (Desktop, Docker, Cloud)</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Features</a:t>
            </a:r>
          </a:p>
        </p:txBody>
      </p:sp>
      <p:sp>
        <p:nvSpPr>
          <p:cNvPr id="3" name="Content Placeholder 2"/>
          <p:cNvSpPr>
            <a:spLocks noGrp="1"/>
          </p:cNvSpPr>
          <p:nvPr>
            <p:ph idx="1"/>
          </p:nvPr>
        </p:nvSpPr>
        <p:spPr/>
        <p:txBody>
          <a:bodyPr/>
          <a:lstStyle/>
          <a:p>
            <a:pPr lvl="0"/>
            <a:r>
              <a:rPr/>
              <a:t>Real-time synchronization between players</a:t>
            </a:r>
          </a:p>
          <a:p>
            <a:pPr lvl="0"/>
            <a:r>
              <a:rPr/>
              <a:t>WebSocket-based networking</a:t>
            </a:r>
          </a:p>
          <a:p>
            <a:pPr lvl="0"/>
            <a:r>
              <a:rPr/>
              <a:t>Docker containerization</a:t>
            </a:r>
          </a:p>
          <a:p>
            <a:pPr lvl="0"/>
            <a:r>
              <a:rPr/>
              <a:t>Cloud deployment with websockify proxy</a:t>
            </a:r>
          </a:p>
          <a:p>
            <a:pPr lvl="0"/>
            <a:r>
              <a:rPr/>
              <a:t>Player scoring and leaderboard</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Game Architecture</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System Architecture</a:t>
            </a:r>
          </a:p>
        </p:txBody>
      </p:sp>
      <p:sp>
        <p:nvSpPr>
          <p:cNvPr id="3" name="Content Placeholder 2"/>
          <p:cNvSpPr>
            <a:spLocks noGrp="1"/>
          </p:cNvSpPr>
          <p:nvPr>
            <p:ph idx="1"/>
          </p:nvPr>
        </p:nvSpPr>
        <p:spPr/>
        <p:txBody>
          <a:bodyPr/>
          <a:lstStyle/>
          <a:p>
            <a:pPr lvl="0" indent="0">
              <a:buNone/>
            </a:pPr>
            <a:r>
              <a:rPr>
                <a:latin typeface="Courier"/>
              </a:rPr>
              <a:t>┌─────────────────┐    WebSocket     ┌─────────────────┐
│   Game Client   │ ←──────────────→ │   Game Server   │
│   (LibGDX)      │    ws://host:8887│  (WebSocket)    │
└─────────────────┘                  └─────────────────┘</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Components</a:t>
            </a:r>
          </a:p>
        </p:txBody>
      </p:sp>
      <p:sp>
        <p:nvSpPr>
          <p:cNvPr id="3" name="Content Placeholder 2"/>
          <p:cNvSpPr>
            <a:spLocks noGrp="1"/>
          </p:cNvSpPr>
          <p:nvPr>
            <p:ph idx="1"/>
          </p:nvPr>
        </p:nvSpPr>
        <p:spPr/>
        <p:txBody>
          <a:bodyPr/>
          <a:lstStyle/>
          <a:p>
            <a:pPr lvl="0"/>
            <a:r>
              <a:rPr b="1"/>
              <a:t>Client (Main.java)</a:t>
            </a:r>
            <a:r>
              <a:rPr/>
              <a:t>: LibGDX game rendering and input handling</a:t>
            </a:r>
          </a:p>
          <a:p>
            <a:pPr lvl="0"/>
            <a:r>
              <a:rPr b="1"/>
              <a:t>Server (WebGameServer.java)</a:t>
            </a:r>
            <a:r>
              <a:rPr/>
              <a:t>: Game state management and WebSocket communication</a:t>
            </a:r>
          </a:p>
          <a:p>
            <a:pPr lvl="0"/>
            <a:r>
              <a:rPr b="1"/>
              <a:t>WebSocket Protocol</a:t>
            </a:r>
            <a:r>
              <a:rPr/>
              <a:t>: Real-time bidirectional communication</a:t>
            </a:r>
          </a:p>
          <a:p>
            <a:pPr lvl="0"/>
            <a:r>
              <a:rPr b="1"/>
              <a:t>Docker Containers</a:t>
            </a:r>
            <a:r>
              <a:rPr/>
              <a:t>: Deployment and scaling</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Game Mechanics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Core Gameplay Loop</a:t>
            </a:r>
          </a:p>
        </p:txBody>
      </p:sp>
      <p:sp>
        <p:nvSpPr>
          <p:cNvPr id="3" name="Content Placeholder 2"/>
          <p:cNvSpPr>
            <a:spLocks noGrp="1"/>
          </p:cNvSpPr>
          <p:nvPr>
            <p:ph idx="1"/>
          </p:nvPr>
        </p:nvSpPr>
        <p:spPr/>
        <p:txBody>
          <a:bodyPr/>
          <a:lstStyle/>
          <a:p>
            <a:pPr lvl="0" indent="0" marL="0">
              <a:buAutoNum type="arabicPeriod"/>
            </a:pPr>
            <a:r>
              <a:rPr b="1"/>
              <a:t>Drop Spawning</a:t>
            </a:r>
            <a:r>
              <a:rPr/>
              <a:t>: Server spawns drops at random positions every second</a:t>
            </a:r>
          </a:p>
          <a:p>
            <a:pPr lvl="0" indent="0" marL="0">
              <a:buAutoNum type="arabicPeriod"/>
            </a:pPr>
            <a:r>
              <a:rPr b="1"/>
              <a:t>Player Movement</a:t>
            </a:r>
            <a:r>
              <a:rPr/>
              <a:t>: Players control bucket using keyboard/mouse</a:t>
            </a:r>
          </a:p>
          <a:p>
            <a:pPr lvl="0" indent="0" marL="0">
              <a:buAutoNum type="arabicPeriod"/>
            </a:pPr>
            <a:r>
              <a:rPr b="1"/>
              <a:t>Collision Detection</a:t>
            </a:r>
            <a:r>
              <a:rPr/>
              <a:t>: Server checks drop-bucket intersections</a:t>
            </a:r>
          </a:p>
          <a:p>
            <a:pPr lvl="0" indent="0" marL="0">
              <a:buAutoNum type="arabicPeriod"/>
            </a:pPr>
            <a:r>
              <a:rPr b="1"/>
              <a:t>State Synchronization</a:t>
            </a:r>
            <a:r>
              <a:rPr/>
              <a:t>: Server broadcasts game state 20 times per second</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Game World Specifications</a:t>
            </a:r>
          </a:p>
        </p:txBody>
      </p:sp>
      <p:sp>
        <p:nvSpPr>
          <p:cNvPr id="3" name="Content Placeholder 2"/>
          <p:cNvSpPr>
            <a:spLocks noGrp="1"/>
          </p:cNvSpPr>
          <p:nvPr>
            <p:ph idx="1"/>
          </p:nvPr>
        </p:nvSpPr>
        <p:spPr/>
        <p:txBody>
          <a:bodyPr/>
          <a:lstStyle/>
          <a:p>
            <a:pPr lvl="0"/>
            <a:r>
              <a:rPr/>
              <a:t>World Size: 8 × 5 units</a:t>
            </a:r>
          </a:p>
          <a:p>
            <a:pPr lvl="0"/>
            <a:r>
              <a:rPr/>
              <a:t>Bucket Size: 1 × 1 units</a:t>
            </a:r>
          </a:p>
          <a:p>
            <a:pPr lvl="0"/>
            <a:r>
              <a:rPr/>
              <a:t>Drop Size: 0.7 × 0.7 units</a:t>
            </a:r>
          </a:p>
          <a:p>
            <a:pPr lvl="0"/>
            <a:r>
              <a:rPr/>
              <a:t>Drop Speed: 2.5 units/second</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WebSocket Implementation - Client</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Connection Setup</a:t>
            </a:r>
          </a:p>
        </p:txBody>
      </p:sp>
      <p:sp>
        <p:nvSpPr>
          <p:cNvPr id="3" name="Content Placeholder 2"/>
          <p:cNvSpPr>
            <a:spLocks noGrp="1"/>
          </p:cNvSpPr>
          <p:nvPr>
            <p:ph idx="1"/>
          </p:nvPr>
        </p:nvSpPr>
        <p:spPr/>
        <p:txBody>
          <a:bodyPr/>
          <a:lstStyle/>
          <a:p>
            <a:pPr lvl="0" indent="0">
              <a:buNone/>
            </a:pPr>
            <a:r>
              <a:rPr>
                <a:solidFill>
                  <a:srgbClr val="008000"/>
                </a:solidFill>
                <a:latin typeface="Courier"/>
              </a:rPr>
              <a:t>URI</a:t>
            </a:r>
            <a:r>
              <a:rPr>
                <a:latin typeface="Courier"/>
              </a:rPr>
              <a:t> uri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URI</a:t>
            </a:r>
            <a:r>
              <a:rPr>
                <a:solidFill>
                  <a:srgbClr val="666666"/>
                </a:solidFill>
                <a:latin typeface="Courier"/>
              </a:rPr>
              <a:t>(</a:t>
            </a:r>
            <a:r>
              <a:rPr>
                <a:solidFill>
                  <a:srgbClr val="4070A0"/>
                </a:solidFill>
                <a:latin typeface="Courier"/>
              </a:rPr>
              <a:t>"ws://localhost:8887"</a:t>
            </a:r>
            <a:r>
              <a:rPr>
                <a:solidFill>
                  <a:srgbClr val="666666"/>
                </a:solidFill>
                <a:latin typeface="Courier"/>
              </a:rPr>
              <a:t>);</a:t>
            </a:r>
            <a:br/>
            <a:r>
              <a:rPr>
                <a:latin typeface="Courier"/>
              </a:rPr>
              <a:t>wsClient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WebSocketClient</a:t>
            </a:r>
            <a:r>
              <a:rPr>
                <a:solidFill>
                  <a:srgbClr val="666666"/>
                </a:solidFill>
                <a:latin typeface="Courier"/>
              </a:rPr>
              <a:t>(</a:t>
            </a:r>
            <a:r>
              <a:rPr>
                <a:latin typeface="Courier"/>
              </a:rPr>
              <a:t>uri</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7D9029"/>
                </a:solidFill>
                <a:latin typeface="Courier"/>
              </a:rPr>
              <a:t>@Override</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onOpen</a:t>
            </a:r>
            <a:r>
              <a:rPr>
                <a:solidFill>
                  <a:srgbClr val="666666"/>
                </a:solidFill>
                <a:latin typeface="Courier"/>
              </a:rPr>
              <a:t>(</a:t>
            </a:r>
            <a:r>
              <a:rPr>
                <a:latin typeface="Courier"/>
              </a:rPr>
              <a:t>ServerHandshake handshake</a:t>
            </a:r>
            <a:r>
              <a:rPr>
                <a:solidFill>
                  <a:srgbClr val="666666"/>
                </a:solidFill>
                <a:latin typeface="Courier"/>
              </a:rPr>
              <a:t>)</a:t>
            </a:r>
            <a:r>
              <a:rPr>
                <a:latin typeface="Courier"/>
              </a:rPr>
              <a:t> </a:t>
            </a:r>
            <a:r>
              <a:rPr>
                <a:solidFill>
                  <a:srgbClr val="666666"/>
                </a:solidFill>
                <a:latin typeface="Courier"/>
              </a:rPr>
              <a:t>{</a:t>
            </a:r>
            <a:br/>
            <a:r>
              <a:rPr>
                <a:latin typeface="Courier"/>
              </a:rPr>
              <a:t>        </a:t>
            </a:r>
            <a:r>
              <a:rPr>
                <a:solidFill>
                  <a:srgbClr val="008000"/>
                </a:solidFill>
                <a:latin typeface="Courier"/>
              </a:rPr>
              <a:t>Map</a:t>
            </a:r>
            <a:r>
              <a:rPr>
                <a:solidFill>
                  <a:srgbClr val="666666"/>
                </a:solidFill>
                <a:latin typeface="Courier"/>
              </a:rPr>
              <a:t>&lt;</a:t>
            </a:r>
            <a:r>
              <a:rPr>
                <a:solidFill>
                  <a:srgbClr val="008000"/>
                </a:solidFill>
                <a:latin typeface="Courier"/>
              </a:rPr>
              <a:t>String</a:t>
            </a:r>
            <a:r>
              <a:rPr>
                <a:solidFill>
                  <a:srgbClr val="666666"/>
                </a:solidFill>
                <a:latin typeface="Courier"/>
              </a:rPr>
              <a:t>,</a:t>
            </a:r>
            <a:r>
              <a:rPr>
                <a:latin typeface="Courier"/>
              </a:rPr>
              <a:t> </a:t>
            </a:r>
            <a:r>
              <a:rPr>
                <a:solidFill>
                  <a:srgbClr val="008000"/>
                </a:solidFill>
                <a:latin typeface="Courier"/>
              </a:rPr>
              <a:t>Object</a:t>
            </a:r>
            <a:r>
              <a:rPr>
                <a:solidFill>
                  <a:srgbClr val="666666"/>
                </a:solidFill>
                <a:latin typeface="Courier"/>
              </a:rPr>
              <a:t>&gt;</a:t>
            </a:r>
            <a:r>
              <a:rPr>
                <a:latin typeface="Courier"/>
              </a:rPr>
              <a:t> join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HashMap</a:t>
            </a:r>
            <a:r>
              <a:rPr>
                <a:solidFill>
                  <a:srgbClr val="666666"/>
                </a:solidFill>
                <a:latin typeface="Courier"/>
              </a:rPr>
              <a:t>&lt;&gt;();</a:t>
            </a:r>
            <a:br/>
            <a:r>
              <a:rPr>
                <a:latin typeface="Courier"/>
              </a:rPr>
              <a:t>        join</a:t>
            </a:r>
            <a:r>
              <a:rPr>
                <a:solidFill>
                  <a:srgbClr val="666666"/>
                </a:solidFill>
                <a:latin typeface="Courier"/>
              </a:rPr>
              <a:t>.</a:t>
            </a:r>
            <a:r>
              <a:rPr>
                <a:solidFill>
                  <a:srgbClr val="06287E"/>
                </a:solidFill>
                <a:latin typeface="Courier"/>
              </a:rPr>
              <a:t>put</a:t>
            </a:r>
            <a:r>
              <a:rPr>
                <a:solidFill>
                  <a:srgbClr val="666666"/>
                </a:solidFill>
                <a:latin typeface="Courier"/>
              </a:rPr>
              <a:t>(</a:t>
            </a:r>
            <a:r>
              <a:rPr>
                <a:solidFill>
                  <a:srgbClr val="4070A0"/>
                </a:solidFill>
                <a:latin typeface="Courier"/>
              </a:rPr>
              <a:t>"type"</a:t>
            </a:r>
            <a:r>
              <a:rPr>
                <a:solidFill>
                  <a:srgbClr val="666666"/>
                </a:solidFill>
                <a:latin typeface="Courier"/>
              </a:rPr>
              <a:t>,</a:t>
            </a:r>
            <a:r>
              <a:rPr>
                <a:latin typeface="Courier"/>
              </a:rPr>
              <a:t> </a:t>
            </a:r>
            <a:r>
              <a:rPr>
                <a:solidFill>
                  <a:srgbClr val="4070A0"/>
                </a:solidFill>
                <a:latin typeface="Courier"/>
              </a:rPr>
              <a:t>"join"</a:t>
            </a:r>
            <a:r>
              <a:rPr>
                <a:solidFill>
                  <a:srgbClr val="666666"/>
                </a:solidFill>
                <a:latin typeface="Courier"/>
              </a:rPr>
              <a:t>);</a:t>
            </a:r>
            <a:br/>
            <a:r>
              <a:rPr>
                <a:latin typeface="Courier"/>
              </a:rPr>
              <a:t>        join</a:t>
            </a:r>
            <a:r>
              <a:rPr>
                <a:solidFill>
                  <a:srgbClr val="666666"/>
                </a:solidFill>
                <a:latin typeface="Courier"/>
              </a:rPr>
              <a:t>.</a:t>
            </a:r>
            <a:r>
              <a:rPr>
                <a:solidFill>
                  <a:srgbClr val="06287E"/>
                </a:solidFill>
                <a:latin typeface="Courier"/>
              </a:rPr>
              <a:t>put</a:t>
            </a:r>
            <a:r>
              <a:rPr>
                <a:solidFill>
                  <a:srgbClr val="666666"/>
                </a:solidFill>
                <a:latin typeface="Courier"/>
              </a:rPr>
              <a:t>(</a:t>
            </a:r>
            <a:r>
              <a:rPr>
                <a:solidFill>
                  <a:srgbClr val="4070A0"/>
                </a:solidFill>
                <a:latin typeface="Courier"/>
              </a:rPr>
              <a:t>"playerName"</a:t>
            </a:r>
            <a:r>
              <a:rPr>
                <a:solidFill>
                  <a:srgbClr val="666666"/>
                </a:solidFill>
                <a:latin typeface="Courier"/>
              </a:rPr>
              <a:t>,</a:t>
            </a:r>
            <a:r>
              <a:rPr>
                <a:latin typeface="Courier"/>
              </a:rPr>
              <a:t> myName</a:t>
            </a:r>
            <a:r>
              <a:rPr>
                <a:solidFill>
                  <a:srgbClr val="666666"/>
                </a:solidFill>
                <a:latin typeface="Courier"/>
              </a:rPr>
              <a:t>);</a:t>
            </a:r>
            <a:br/>
            <a:r>
              <a:rPr>
                <a:latin typeface="Courier"/>
              </a:rPr>
              <a:t>        wsClient</a:t>
            </a:r>
            <a:r>
              <a:rPr>
                <a:solidFill>
                  <a:srgbClr val="666666"/>
                </a:solidFill>
                <a:latin typeface="Courier"/>
              </a:rPr>
              <a:t>.</a:t>
            </a:r>
            <a:r>
              <a:rPr>
                <a:solidFill>
                  <a:srgbClr val="06287E"/>
                </a:solidFill>
                <a:latin typeface="Courier"/>
              </a:rPr>
              <a:t>send</a:t>
            </a:r>
            <a:r>
              <a:rPr>
                <a:solidFill>
                  <a:srgbClr val="666666"/>
                </a:solidFill>
                <a:latin typeface="Courier"/>
              </a:rPr>
              <a:t>(</a:t>
            </a:r>
            <a:r>
              <a:rPr>
                <a:latin typeface="Courier"/>
              </a:rPr>
              <a:t>gson</a:t>
            </a:r>
            <a:r>
              <a:rPr>
                <a:solidFill>
                  <a:srgbClr val="666666"/>
                </a:solidFill>
                <a:latin typeface="Courier"/>
              </a:rPr>
              <a:t>.</a:t>
            </a:r>
            <a:r>
              <a:rPr>
                <a:solidFill>
                  <a:srgbClr val="06287E"/>
                </a:solidFill>
                <a:latin typeface="Courier"/>
              </a:rPr>
              <a:t>toJson</a:t>
            </a:r>
            <a:r>
              <a:rPr>
                <a:solidFill>
                  <a:srgbClr val="666666"/>
                </a:solidFill>
                <a:latin typeface="Courier"/>
              </a:rPr>
              <a:t>(</a:t>
            </a:r>
            <a:r>
              <a:rPr>
                <a:latin typeface="Courier"/>
              </a:rPr>
              <a:t>join</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Message Types</a:t>
            </a:r>
          </a:p>
        </p:txBody>
      </p:sp>
      <p:sp>
        <p:nvSpPr>
          <p:cNvPr id="3" name="Content Placeholder 2"/>
          <p:cNvSpPr>
            <a:spLocks noGrp="1"/>
          </p:cNvSpPr>
          <p:nvPr>
            <p:ph idx="1"/>
          </p:nvPr>
        </p:nvSpPr>
        <p:spPr/>
        <p:txBody>
          <a:bodyPr/>
          <a:lstStyle/>
          <a:p>
            <a:pPr lvl="0"/>
            <a:r>
              <a:rPr>
                <a:latin typeface="Courier"/>
              </a:rPr>
              <a:t>join</a:t>
            </a:r>
            <a:r>
              <a:rPr/>
              <a:t>: Initial connection with player name</a:t>
            </a:r>
          </a:p>
          <a:p>
            <a:pPr lvl="0"/>
            <a:r>
              <a:rPr>
                <a:latin typeface="Courier"/>
              </a:rPr>
              <a:t>move</a:t>
            </a:r>
            <a:r>
              <a:rPr/>
              <a:t>: Keyboard-based movement</a:t>
            </a:r>
          </a:p>
          <a:p>
            <a:pPr lvl="0"/>
            <a:r>
              <a:rPr>
                <a:latin typeface="Courier"/>
              </a:rPr>
              <a:t>moveTo</a:t>
            </a:r>
            <a:r>
              <a:rPr/>
              <a:t>: Mouse-based positioning</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WebSocket Implementation - Server</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Server Structure</a:t>
            </a:r>
          </a:p>
        </p:txBody>
      </p:sp>
      <p:sp>
        <p:nvSpPr>
          <p:cNvPr id="3" name="Content Placeholder 2"/>
          <p:cNvSpPr>
            <a:spLocks noGrp="1"/>
          </p:cNvSpPr>
          <p:nvPr>
            <p:ph idx="1"/>
          </p:nvPr>
        </p:nvSpPr>
        <p:spPr/>
        <p:txBody>
          <a:bodyPr/>
          <a:lstStyle/>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WebGameServer </a:t>
            </a:r>
            <a:r>
              <a:rPr b="1">
                <a:solidFill>
                  <a:srgbClr val="007020"/>
                </a:solidFill>
                <a:latin typeface="Courier"/>
              </a:rPr>
              <a:t>extends</a:t>
            </a:r>
            <a:r>
              <a:rPr>
                <a:latin typeface="Courier"/>
              </a:rPr>
              <a:t> WebSocketServer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Map</a:t>
            </a:r>
            <a:r>
              <a:rPr>
                <a:solidFill>
                  <a:srgbClr val="666666"/>
                </a:solidFill>
                <a:latin typeface="Courier"/>
              </a:rPr>
              <a:t>&lt;</a:t>
            </a:r>
            <a:r>
              <a:rPr>
                <a:solidFill>
                  <a:srgbClr val="008000"/>
                </a:solidFill>
                <a:latin typeface="Courier"/>
              </a:rPr>
              <a:t>Integer</a:t>
            </a:r>
            <a:r>
              <a:rPr>
                <a:solidFill>
                  <a:srgbClr val="666666"/>
                </a:solidFill>
                <a:latin typeface="Courier"/>
              </a:rPr>
              <a:t>,</a:t>
            </a:r>
            <a:r>
              <a:rPr>
                <a:latin typeface="Courier"/>
              </a:rPr>
              <a:t> WebSocket</a:t>
            </a:r>
            <a:r>
              <a:rPr>
                <a:solidFill>
                  <a:srgbClr val="666666"/>
                </a:solidFill>
                <a:latin typeface="Courier"/>
              </a:rPr>
              <a:t>&gt;</a:t>
            </a:r>
            <a:r>
              <a:rPr>
                <a:latin typeface="Courier"/>
              </a:rPr>
              <a:t> clients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HashMap</a:t>
            </a:r>
            <a:r>
              <a:rPr>
                <a:solidFill>
                  <a:srgbClr val="666666"/>
                </a:solidFill>
                <a:latin typeface="Courier"/>
              </a:rPr>
              <a:t>&lt;&gt;();</a:t>
            </a:r>
            <a:br/>
            <a:r>
              <a:rPr>
                <a:latin typeface="Courier"/>
              </a:rPr>
              <a:t>    </a:t>
            </a:r>
            <a:r>
              <a:rPr b="1">
                <a:solidFill>
                  <a:srgbClr val="007020"/>
                </a:solidFill>
                <a:latin typeface="Courier"/>
              </a:rPr>
              <a:t>private</a:t>
            </a:r>
            <a:r>
              <a:rPr>
                <a:latin typeface="Courier"/>
              </a:rPr>
              <a:t> </a:t>
            </a:r>
            <a:r>
              <a:rPr>
                <a:solidFill>
                  <a:srgbClr val="008000"/>
                </a:solidFill>
                <a:latin typeface="Courier"/>
              </a:rPr>
              <a:t>Map</a:t>
            </a:r>
            <a:r>
              <a:rPr>
                <a:solidFill>
                  <a:srgbClr val="666666"/>
                </a:solidFill>
                <a:latin typeface="Courier"/>
              </a:rPr>
              <a:t>&lt;</a:t>
            </a:r>
            <a:r>
              <a:rPr>
                <a:solidFill>
                  <a:srgbClr val="008000"/>
                </a:solidFill>
                <a:latin typeface="Courier"/>
              </a:rPr>
              <a:t>Integer</a:t>
            </a:r>
            <a:r>
              <a:rPr>
                <a:solidFill>
                  <a:srgbClr val="666666"/>
                </a:solidFill>
                <a:latin typeface="Courier"/>
              </a:rPr>
              <a:t>,</a:t>
            </a:r>
            <a:r>
              <a:rPr>
                <a:latin typeface="Courier"/>
              </a:rPr>
              <a:t> </a:t>
            </a:r>
            <a:r>
              <a:rPr>
                <a:solidFill>
                  <a:srgbClr val="008000"/>
                </a:solidFill>
                <a:latin typeface="Courier"/>
              </a:rPr>
              <a:t>Integer</a:t>
            </a:r>
            <a:r>
              <a:rPr>
                <a:solidFill>
                  <a:srgbClr val="666666"/>
                </a:solidFill>
                <a:latin typeface="Courier"/>
              </a:rPr>
              <a:t>&gt;</a:t>
            </a:r>
            <a:r>
              <a:rPr>
                <a:latin typeface="Courier"/>
              </a:rPr>
              <a:t> scoreboard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HashMap</a:t>
            </a:r>
            <a:r>
              <a:rPr>
                <a:solidFill>
                  <a:srgbClr val="666666"/>
                </a:solidFill>
                <a:latin typeface="Courier"/>
              </a:rPr>
              <a:t>&lt;&gt;();</a:t>
            </a:r>
            <a:br/>
            <a:r>
              <a:rPr>
                <a:latin typeface="Courier"/>
              </a:rPr>
              <a:t>    </a:t>
            </a:r>
            <a:r>
              <a:rPr b="1">
                <a:solidFill>
                  <a:srgbClr val="007020"/>
                </a:solidFill>
                <a:latin typeface="Courier"/>
              </a:rPr>
              <a:t>private</a:t>
            </a:r>
            <a:r>
              <a:rPr>
                <a:latin typeface="Courier"/>
              </a:rPr>
              <a:t> </a:t>
            </a:r>
            <a:r>
              <a:rPr>
                <a:solidFill>
                  <a:srgbClr val="008000"/>
                </a:solidFill>
                <a:latin typeface="Courier"/>
              </a:rPr>
              <a:t>List</a:t>
            </a:r>
            <a:r>
              <a:rPr>
                <a:solidFill>
                  <a:srgbClr val="666666"/>
                </a:solidFill>
                <a:latin typeface="Courier"/>
              </a:rPr>
              <a:t>&lt;</a:t>
            </a:r>
            <a:r>
              <a:rPr>
                <a:solidFill>
                  <a:srgbClr val="008000"/>
                </a:solidFill>
                <a:latin typeface="Courier"/>
              </a:rPr>
              <a:t>Map</a:t>
            </a:r>
            <a:r>
              <a:rPr>
                <a:solidFill>
                  <a:srgbClr val="666666"/>
                </a:solidFill>
                <a:latin typeface="Courier"/>
              </a:rPr>
              <a:t>&lt;</a:t>
            </a:r>
            <a:r>
              <a:rPr>
                <a:solidFill>
                  <a:srgbClr val="008000"/>
                </a:solidFill>
                <a:latin typeface="Courier"/>
              </a:rPr>
              <a:t>String</a:t>
            </a:r>
            <a:r>
              <a:rPr>
                <a:solidFill>
                  <a:srgbClr val="666666"/>
                </a:solidFill>
                <a:latin typeface="Courier"/>
              </a:rPr>
              <a:t>,</a:t>
            </a:r>
            <a:r>
              <a:rPr>
                <a:latin typeface="Courier"/>
              </a:rPr>
              <a:t> </a:t>
            </a:r>
            <a:r>
              <a:rPr>
                <a:solidFill>
                  <a:srgbClr val="008000"/>
                </a:solidFill>
                <a:latin typeface="Courier"/>
              </a:rPr>
              <a:t>Float</a:t>
            </a:r>
            <a:r>
              <a:rPr>
                <a:solidFill>
                  <a:srgbClr val="666666"/>
                </a:solidFill>
                <a:latin typeface="Courier"/>
              </a:rPr>
              <a:t>&gt;&gt;</a:t>
            </a:r>
            <a:r>
              <a:rPr>
                <a:latin typeface="Courier"/>
              </a:rPr>
              <a:t> drops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ArrayList</a:t>
            </a:r>
            <a:r>
              <a:rPr>
                <a:solidFill>
                  <a:srgbClr val="666666"/>
                </a:solidFill>
                <a:latin typeface="Courier"/>
              </a:rPr>
              <a:t>&lt;&gt;();</a:t>
            </a:r>
            <a:br/>
            <a:r>
              <a:rPr>
                <a:latin typeface="Courier"/>
              </a:rPr>
              <a:t>    </a:t>
            </a:r>
            <a:br/>
            <a:r>
              <a:rPr>
                <a:latin typeface="Courier"/>
              </a:rPr>
              <a:t>    </a:t>
            </a:r>
            <a:r>
              <a:rPr i="1">
                <a:solidFill>
                  <a:srgbClr val="60A0B0"/>
                </a:solidFill>
                <a:latin typeface="Courier"/>
              </a:rPr>
              <a:t>// Game loop at 20 FPS</a:t>
            </a:r>
            <a:br/>
            <a:r>
              <a:rPr>
                <a:latin typeface="Courier"/>
              </a:rPr>
              <a:t>    timer</a:t>
            </a:r>
            <a:r>
              <a:rPr>
                <a:solidFill>
                  <a:srgbClr val="666666"/>
                </a:solidFill>
                <a:latin typeface="Courier"/>
              </a:rPr>
              <a:t>.</a:t>
            </a:r>
            <a:r>
              <a:rPr>
                <a:solidFill>
                  <a:srgbClr val="06287E"/>
                </a:solidFill>
                <a:latin typeface="Courier"/>
              </a:rPr>
              <a:t>scheduleAtFixedRate</a:t>
            </a:r>
            <a:r>
              <a:rPr>
                <a:solidFill>
                  <a:srgbClr val="666666"/>
                </a:solidFill>
                <a:latin typeface="Courier"/>
              </a:rPr>
              <a:t>(()</a:t>
            </a:r>
            <a:r>
              <a:rPr>
                <a:latin typeface="Courier"/>
              </a:rPr>
              <a:t> </a:t>
            </a:r>
            <a:r>
              <a:rPr>
                <a:solidFill>
                  <a:srgbClr val="666666"/>
                </a:solidFill>
                <a:latin typeface="Courier"/>
              </a:rPr>
              <a:t>-&gt;</a:t>
            </a:r>
            <a:r>
              <a:rPr>
                <a:latin typeface="Courier"/>
              </a:rPr>
              <a:t> </a:t>
            </a:r>
            <a:r>
              <a:rPr>
                <a:solidFill>
                  <a:srgbClr val="06287E"/>
                </a:solidFill>
                <a:latin typeface="Courier"/>
              </a:rPr>
              <a:t>updateGameLogic</a:t>
            </a:r>
            <a:r>
              <a:rPr>
                <a:solidFill>
                  <a:srgbClr val="666666"/>
                </a:solidFill>
                <a:latin typeface="Courier"/>
              </a:rPr>
              <a:t>(),</a:t>
            </a:r>
            <a:r>
              <a:rPr>
                <a:latin typeface="Courier"/>
              </a:rPr>
              <a:t> </a:t>
            </a:r>
            <a:r>
              <a:rPr>
                <a:solidFill>
                  <a:srgbClr val="40A070"/>
                </a:solidFill>
                <a:latin typeface="Courier"/>
              </a:rPr>
              <a:t>0</a:t>
            </a:r>
            <a:r>
              <a:rPr>
                <a:solidFill>
                  <a:srgbClr val="666666"/>
                </a:solidFill>
                <a:latin typeface="Courier"/>
              </a:rPr>
              <a:t>,</a:t>
            </a:r>
            <a:r>
              <a:rPr>
                <a:latin typeface="Courier"/>
              </a:rPr>
              <a:t> </a:t>
            </a:r>
            <a:r>
              <a:rPr>
                <a:solidFill>
                  <a:srgbClr val="40A070"/>
                </a:solidFill>
                <a:latin typeface="Courier"/>
              </a:rPr>
              <a:t>50</a:t>
            </a:r>
            <a:r>
              <a:rPr>
                <a:solidFill>
                  <a:srgbClr val="666666"/>
                </a:solidFill>
                <a:latin typeface="Courier"/>
              </a:rPr>
              <a:t>);</a:t>
            </a:r>
            <a:br/>
            <a:r>
              <a:rPr>
                <a:solidFill>
                  <a:srgbClr val="666666"/>
                </a:solidFill>
                <a:latin typeface="Courier"/>
              </a:rPr>
              <a:t>}</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Functions</a:t>
            </a:r>
          </a:p>
        </p:txBody>
      </p:sp>
      <p:sp>
        <p:nvSpPr>
          <p:cNvPr id="3" name="Content Placeholder 2"/>
          <p:cNvSpPr>
            <a:spLocks noGrp="1"/>
          </p:cNvSpPr>
          <p:nvPr>
            <p:ph idx="1"/>
          </p:nvPr>
        </p:nvSpPr>
        <p:spPr/>
        <p:txBody>
          <a:bodyPr/>
          <a:lstStyle/>
          <a:p>
            <a:pPr lvl="0" indent="0" marL="0">
              <a:buAutoNum type="arabicPeriod"/>
            </a:pPr>
            <a:r>
              <a:rPr b="1"/>
              <a:t>Connection Management</a:t>
            </a:r>
            <a:r>
              <a:rPr/>
              <a:t>: Player IDs and tracking</a:t>
            </a:r>
          </a:p>
          <a:p>
            <a:pPr lvl="0" indent="0" marL="0">
              <a:buAutoNum type="arabicPeriod"/>
            </a:pPr>
            <a:r>
              <a:rPr b="1"/>
              <a:t>Game Logic Processing</a:t>
            </a:r>
            <a:r>
              <a:rPr/>
              <a:t>: Physics and collision detection</a:t>
            </a:r>
          </a:p>
          <a:p>
            <a:pPr lvl="0" indent="0" marL="0">
              <a:buAutoNum type="arabicPeriod"/>
            </a:pPr>
            <a:r>
              <a:rPr b="1"/>
              <a:t>State Broadcasting</a:t>
            </a:r>
            <a:r>
              <a:rPr/>
              <a:t>: Synchronization across clients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Docker Deployment</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Three-Container Architecture</a:t>
            </a:r>
          </a:p>
        </p:txBody>
      </p:sp>
      <p:sp>
        <p:nvSpPr>
          <p:cNvPr id="3" name="Content Placeholder 2"/>
          <p:cNvSpPr>
            <a:spLocks noGrp="1"/>
          </p:cNvSpPr>
          <p:nvPr>
            <p:ph idx="1"/>
          </p:nvPr>
        </p:nvSpPr>
        <p:spPr/>
        <p:txBody>
          <a:bodyPr/>
          <a:lstStyle/>
          <a:p>
            <a:pPr lvl="0" indent="0" marL="0">
              <a:spcBef>
                <a:spcPts val="3000"/>
              </a:spcBef>
              <a:buNone/>
            </a:pPr>
            <a:r>
              <a:rPr b="1"/>
              <a:t>Game Server Container</a:t>
            </a:r>
          </a:p>
          <a:p>
            <a:pPr lvl="0" indent="0">
              <a:buNone/>
            </a:pPr>
            <a:r>
              <a:rPr b="1">
                <a:solidFill>
                  <a:srgbClr val="007020"/>
                </a:solidFill>
                <a:latin typeface="Courier"/>
              </a:rPr>
              <a:t>FROM</a:t>
            </a:r>
            <a:r>
              <a:rPr>
                <a:latin typeface="Courier"/>
              </a:rPr>
              <a:t> eclipse-temurin:8-jre</a:t>
            </a:r>
            <a:br/>
            <a:r>
              <a:rPr b="1">
                <a:solidFill>
                  <a:srgbClr val="007020"/>
                </a:solidFill>
                <a:latin typeface="Courier"/>
              </a:rPr>
              <a:t>COPY</a:t>
            </a:r>
            <a:r>
              <a:rPr>
                <a:latin typeface="Courier"/>
              </a:rPr>
              <a:t> core/build/libs/drop-server-1.0.0-all.jar /app/</a:t>
            </a:r>
            <a:br/>
            <a:r>
              <a:rPr b="1">
                <a:solidFill>
                  <a:srgbClr val="007020"/>
                </a:solidFill>
                <a:latin typeface="Courier"/>
              </a:rPr>
              <a:t>EXPOSE</a:t>
            </a:r>
            <a:r>
              <a:rPr>
                <a:latin typeface="Courier"/>
              </a:rPr>
              <a:t> 8887</a:t>
            </a:r>
            <a:br/>
            <a:r>
              <a:rPr b="1">
                <a:solidFill>
                  <a:srgbClr val="007020"/>
                </a:solidFill>
                <a:latin typeface="Courier"/>
              </a:rPr>
              <a:t>CMD</a:t>
            </a:r>
            <a:r>
              <a:rPr>
                <a:latin typeface="Courier"/>
              </a:rPr>
              <a:t> [</a:t>
            </a:r>
            <a:r>
              <a:rPr>
                <a:solidFill>
                  <a:srgbClr val="4070A0"/>
                </a:solidFill>
                <a:latin typeface="Courier"/>
              </a:rPr>
              <a:t>"java"</a:t>
            </a:r>
            <a:r>
              <a:rPr>
                <a:latin typeface="Courier"/>
              </a:rPr>
              <a:t>, </a:t>
            </a:r>
            <a:r>
              <a:rPr>
                <a:solidFill>
                  <a:srgbClr val="4070A0"/>
                </a:solidFill>
                <a:latin typeface="Courier"/>
              </a:rPr>
              <a:t>"-cp"</a:t>
            </a:r>
            <a:r>
              <a:rPr>
                <a:latin typeface="Courier"/>
              </a:rPr>
              <a:t>, </a:t>
            </a:r>
            <a:r>
              <a:rPr>
                <a:solidFill>
                  <a:srgbClr val="4070A0"/>
                </a:solidFill>
                <a:latin typeface="Courier"/>
              </a:rPr>
              <a:t>"drop-server.jar"</a:t>
            </a:r>
            <a:r>
              <a:rPr>
                <a:latin typeface="Courier"/>
              </a:rPr>
              <a:t>, </a:t>
            </a:r>
            <a:br/>
            <a:r>
              <a:rPr>
                <a:latin typeface="Courier"/>
              </a:rPr>
              <a:t>     </a:t>
            </a:r>
            <a:r>
              <a:rPr>
                <a:solidFill>
                  <a:srgbClr val="4070A0"/>
                </a:solidFill>
                <a:latin typeface="Courier"/>
              </a:rPr>
              <a:t>"io.github.Games.Drop.WebGameServer"</a:t>
            </a:r>
            <a:r>
              <a:rPr>
                <a:latin typeface="Courier"/>
              </a:rPr>
              <a:t>]</a:t>
            </a:r>
          </a:p>
          <a:p>
            <a:pPr lvl="0" indent="0" marL="0">
              <a:spcBef>
                <a:spcPts val="3000"/>
              </a:spcBef>
              <a:buNone/>
            </a:pPr>
            <a:r>
              <a:rPr b="1"/>
              <a:t>Websockify Proxy Container</a:t>
            </a:r>
          </a:p>
          <a:p>
            <a:pPr lvl="0" indent="0">
              <a:buNone/>
            </a:pPr>
            <a:r>
              <a:rPr b="1">
                <a:solidFill>
                  <a:srgbClr val="007020"/>
                </a:solidFill>
                <a:latin typeface="Courier"/>
              </a:rPr>
              <a:t>FROM</a:t>
            </a:r>
            <a:r>
              <a:rPr>
                <a:latin typeface="Courier"/>
              </a:rPr>
              <a:t> python:3.11-slim</a:t>
            </a:r>
            <a:br/>
            <a:r>
              <a:rPr b="1">
                <a:solidFill>
                  <a:srgbClr val="007020"/>
                </a:solidFill>
                <a:latin typeface="Courier"/>
              </a:rPr>
              <a:t>RUN</a:t>
            </a:r>
            <a:r>
              <a:rPr>
                <a:latin typeface="Courier"/>
              </a:rPr>
              <a:t> pip install websockify</a:t>
            </a:r>
            <a:br/>
            <a:r>
              <a:rPr b="1">
                <a:solidFill>
                  <a:srgbClr val="007020"/>
                </a:solidFill>
                <a:latin typeface="Courier"/>
              </a:rPr>
              <a:t>CMD</a:t>
            </a:r>
            <a:r>
              <a:rPr>
                <a:latin typeface="Courier"/>
              </a:rPr>
              <a:t> [</a:t>
            </a:r>
            <a:r>
              <a:rPr>
                <a:solidFill>
                  <a:srgbClr val="4070A0"/>
                </a:solidFill>
                <a:latin typeface="Courier"/>
              </a:rPr>
              <a:t>"websockify"</a:t>
            </a:r>
            <a:r>
              <a:rPr>
                <a:latin typeface="Courier"/>
              </a:rPr>
              <a:t>, </a:t>
            </a:r>
            <a:r>
              <a:rPr>
                <a:solidFill>
                  <a:srgbClr val="4070A0"/>
                </a:solidFill>
                <a:latin typeface="Courier"/>
              </a:rPr>
              <a:t>"10000"</a:t>
            </a:r>
            <a:r>
              <a:rPr>
                <a:latin typeface="Courier"/>
              </a:rPr>
              <a:t>, </a:t>
            </a:r>
            <a:r>
              <a:rPr>
                <a:solidFill>
                  <a:srgbClr val="4070A0"/>
                </a:solidFill>
                <a:latin typeface="Courier"/>
              </a:rPr>
              <a:t>"localhost:8887"</a:t>
            </a:r>
            <a:r>
              <a:rPr>
                <a:latin typeface="Courier"/>
              </a:rPr>
              <a:t>]</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Deployment Architecture</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Local vs Cloud Deployment</a:t>
            </a:r>
          </a:p>
        </p:txBody>
      </p:sp>
      <p:sp>
        <p:nvSpPr>
          <p:cNvPr id="3" name="Content Placeholder 2"/>
          <p:cNvSpPr>
            <a:spLocks noGrp="1"/>
          </p:cNvSpPr>
          <p:nvPr>
            <p:ph idx="1"/>
          </p:nvPr>
        </p:nvSpPr>
        <p:spPr/>
        <p:txBody>
          <a:bodyPr/>
          <a:lstStyle/>
          <a:p>
            <a:pPr lvl="0"/>
            <a:r>
              <a:rPr b="1"/>
              <a:t>Local</a:t>
            </a:r>
            <a:r>
              <a:rPr/>
              <a:t>: </a:t>
            </a:r>
            <a:r>
              <a:rPr>
                <a:latin typeface="Courier"/>
              </a:rPr>
              <a:t>Client ←→ WebSocket ←→ Server</a:t>
            </a:r>
          </a:p>
          <a:p>
            <a:pPr lvl="0"/>
            <a:r>
              <a:rPr b="1"/>
              <a:t>Cloud</a:t>
            </a:r>
            <a:r>
              <a:rPr/>
              <a:t>: </a:t>
            </a:r>
            <a:r>
              <a:rPr>
                <a:latin typeface="Courier"/>
              </a:rPr>
              <a:t>Browser ←→ HTTPS/WSS ←→ Websockify ←→ Server</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Websockify?</a:t>
            </a:r>
          </a:p>
        </p:txBody>
      </p:sp>
      <p:sp>
        <p:nvSpPr>
          <p:cNvPr id="3" name="Content Placeholder 2"/>
          <p:cNvSpPr>
            <a:spLocks noGrp="1"/>
          </p:cNvSpPr>
          <p:nvPr>
            <p:ph idx="1"/>
          </p:nvPr>
        </p:nvSpPr>
        <p:spPr/>
        <p:txBody>
          <a:bodyPr/>
          <a:lstStyle/>
          <a:p>
            <a:pPr lvl="0"/>
            <a:r>
              <a:rPr/>
              <a:t>Cloud platforms expose HTTP/HTTPS ports only</a:t>
            </a:r>
          </a:p>
          <a:p>
            <a:pPr lvl="0"/>
            <a:r>
              <a:rPr/>
              <a:t>Translates WebSocket to TCP for internal communication</a:t>
            </a:r>
          </a:p>
          <a:p>
            <a:pPr lvl="0"/>
            <a:r>
              <a:rPr/>
              <a:t>Provides SSL termination for WSS connections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Running the Application</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Local Development</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Start server</a:t>
            </a:r>
            <a:br/>
            <a:r>
              <a:rPr>
                <a:latin typeface="Courier"/>
              </a:rPr>
              <a:t>./gradlew :core:run </a:t>
            </a:r>
            <a:r>
              <a:rPr>
                <a:solidFill>
                  <a:srgbClr val="7D9029"/>
                </a:solidFill>
                <a:latin typeface="Courier"/>
              </a:rPr>
              <a:t>--args</a:t>
            </a:r>
            <a:r>
              <a:rPr>
                <a:solidFill>
                  <a:srgbClr val="666666"/>
                </a:solidFill>
                <a:latin typeface="Courier"/>
              </a:rPr>
              <a:t>=</a:t>
            </a:r>
            <a:r>
              <a:rPr>
                <a:solidFill>
                  <a:srgbClr val="4070A0"/>
                </a:solidFill>
                <a:latin typeface="Courier"/>
              </a:rPr>
              <a:t>'io.github.Games.Drop.WebGameServer'</a:t>
            </a:r>
            <a:br/>
            <a:br/>
            <a:r>
              <a:rPr i="1">
                <a:solidFill>
                  <a:srgbClr val="60A0B0"/>
                </a:solidFill>
                <a:latin typeface="Courier"/>
              </a:rPr>
              <a:t># Start client</a:t>
            </a:r>
            <a:br/>
            <a:r>
              <a:rPr>
                <a:latin typeface="Courier"/>
              </a:rPr>
              <a:t>./gradlew :lwjgl3:run </a:t>
            </a:r>
            <a:r>
              <a:rPr>
                <a:solidFill>
                  <a:srgbClr val="7D9029"/>
                </a:solidFill>
                <a:latin typeface="Courier"/>
              </a:rPr>
              <a:t>-PplayerName</a:t>
            </a:r>
            <a:r>
              <a:rPr>
                <a:solidFill>
                  <a:srgbClr val="666666"/>
                </a:solidFill>
                <a:latin typeface="Courier"/>
              </a:rPr>
              <a:t>=</a:t>
            </a:r>
            <a:r>
              <a:rPr>
                <a:latin typeface="Courier"/>
              </a:rPr>
              <a:t>Alice</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Docker Deployment</a:t>
            </a:r>
          </a:p>
        </p:txBody>
      </p:sp>
      <p:sp>
        <p:nvSpPr>
          <p:cNvPr id="3" name="Content Placeholder 2"/>
          <p:cNvSpPr>
            <a:spLocks noGrp="1"/>
          </p:cNvSpPr>
          <p:nvPr>
            <p:ph idx="1"/>
          </p:nvPr>
        </p:nvSpPr>
        <p:spPr/>
        <p:txBody>
          <a:bodyPr/>
          <a:lstStyle/>
          <a:p>
            <a:pPr lvl="0" indent="0">
              <a:buNone/>
            </a:pPr>
            <a:r>
              <a:rPr>
                <a:latin typeface="Courier"/>
              </a:rPr>
              <a:t>docker build </a:t>
            </a:r>
            <a:r>
              <a:rPr>
                <a:solidFill>
                  <a:srgbClr val="7D9029"/>
                </a:solidFill>
                <a:latin typeface="Courier"/>
              </a:rPr>
              <a:t>-t</a:t>
            </a:r>
            <a:r>
              <a:rPr>
                <a:latin typeface="Courier"/>
              </a:rPr>
              <a:t> drop-server </a:t>
            </a:r>
            <a:r>
              <a:rPr>
                <a:solidFill>
                  <a:srgbClr val="7D9029"/>
                </a:solidFill>
                <a:latin typeface="Courier"/>
              </a:rPr>
              <a:t>-f</a:t>
            </a:r>
            <a:r>
              <a:rPr>
                <a:latin typeface="Courier"/>
              </a:rPr>
              <a:t> Dockerfile .</a:t>
            </a:r>
            <a:br/>
            <a:r>
              <a:rPr>
                <a:latin typeface="Courier"/>
              </a:rPr>
              <a:t>docker run </a:t>
            </a:r>
            <a:r>
              <a:rPr>
                <a:solidFill>
                  <a:srgbClr val="7D9029"/>
                </a:solidFill>
                <a:latin typeface="Courier"/>
              </a:rPr>
              <a:t>-p</a:t>
            </a:r>
            <a:r>
              <a:rPr>
                <a:latin typeface="Courier"/>
              </a:rPr>
              <a:t> 8887:8887 drop-server</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Technical Highlights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Real-time Features</a:t>
            </a:r>
          </a:p>
        </p:txBody>
      </p:sp>
      <p:sp>
        <p:nvSpPr>
          <p:cNvPr id="3" name="Content Placeholder 2"/>
          <p:cNvSpPr>
            <a:spLocks noGrp="1"/>
          </p:cNvSpPr>
          <p:nvPr>
            <p:ph idx="1"/>
          </p:nvPr>
        </p:nvSpPr>
        <p:spPr/>
        <p:txBody>
          <a:bodyPr/>
          <a:lstStyle/>
          <a:p>
            <a:pPr lvl="0"/>
            <a:r>
              <a:rPr/>
              <a:t>Client-side prediction for responsive controls</a:t>
            </a:r>
          </a:p>
          <a:p>
            <a:pPr lvl="0"/>
            <a:r>
              <a:rPr/>
              <a:t>Server validation and correction</a:t>
            </a:r>
          </a:p>
          <a:p>
            <a:pPr lvl="0"/>
            <a:r>
              <a:rPr/>
              <a:t>Unique player colors and real-time scoreboard</a:t>
            </a:r>
          </a:p>
          <a:p>
            <a:pPr lvl="0"/>
            <a:r>
              <a:rPr/>
              <a:t>Smooth physics animation</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Performance Optimizations</a:t>
            </a:r>
          </a:p>
        </p:txBody>
      </p:sp>
      <p:sp>
        <p:nvSpPr>
          <p:cNvPr id="3" name="Content Placeholder 2"/>
          <p:cNvSpPr>
            <a:spLocks noGrp="1"/>
          </p:cNvSpPr>
          <p:nvPr>
            <p:ph idx="1"/>
          </p:nvPr>
        </p:nvSpPr>
        <p:spPr/>
        <p:txBody>
          <a:bodyPr/>
          <a:lstStyle/>
          <a:p>
            <a:pPr lvl="0"/>
            <a:r>
              <a:rPr/>
              <a:t>Fixed 20 FPS tick rate</a:t>
            </a:r>
          </a:p>
          <a:p>
            <a:pPr lvl="0"/>
            <a:r>
              <a:rPr/>
              <a:t>Batched state updates</a:t>
            </a:r>
          </a:p>
          <a:p>
            <a:pPr lvl="0"/>
            <a:r>
              <a:rPr/>
              <a:t>Efficient collision detection (AABB)</a:t>
            </a:r>
          </a:p>
          <a:p>
            <a:pPr lvl="0"/>
            <a:r>
              <a:rPr/>
              <a:t>Memory management for game objects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Challenges &amp; Solutions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Network Firewall Issues</a:t>
            </a:r>
          </a:p>
        </p:txBody>
      </p:sp>
      <p:sp>
        <p:nvSpPr>
          <p:cNvPr id="3" name="Content Placeholder 2"/>
          <p:cNvSpPr>
            <a:spLocks noGrp="1"/>
          </p:cNvSpPr>
          <p:nvPr>
            <p:ph idx="1"/>
          </p:nvPr>
        </p:nvSpPr>
        <p:spPr/>
        <p:txBody>
          <a:bodyPr/>
          <a:lstStyle/>
          <a:p>
            <a:pPr lvl="0"/>
            <a:r>
              <a:rPr b="1"/>
              <a:t>Problem</a:t>
            </a:r>
            <a:r>
              <a:rPr/>
              <a:t>: Corporate networks block non-HTTP traffic</a:t>
            </a:r>
          </a:p>
          <a:p>
            <a:pPr lvl="0"/>
            <a:r>
              <a:rPr b="1"/>
              <a:t>Solution</a:t>
            </a:r>
            <a:r>
              <a:rPr/>
              <a:t>: Websockify proxy converts WebSocket to HTTPS</a:t>
            </a:r>
          </a:p>
          <a:p>
            <a:pPr lvl="0"/>
            <a:r>
              <a:rPr b="1"/>
              <a:t>Implementation</a:t>
            </a:r>
            <a:r>
              <a:rPr/>
              <a:t>: Deploy proxy container on cloud platform</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Real-time Synchronization</a:t>
            </a:r>
          </a:p>
        </p:txBody>
      </p:sp>
      <p:sp>
        <p:nvSpPr>
          <p:cNvPr id="3" name="Content Placeholder 2"/>
          <p:cNvSpPr>
            <a:spLocks noGrp="1"/>
          </p:cNvSpPr>
          <p:nvPr>
            <p:ph idx="1"/>
          </p:nvPr>
        </p:nvSpPr>
        <p:spPr/>
        <p:txBody>
          <a:bodyPr/>
          <a:lstStyle/>
          <a:p>
            <a:pPr lvl="0"/>
            <a:r>
              <a:rPr b="1"/>
              <a:t>Problem</a:t>
            </a:r>
            <a:r>
              <a:rPr/>
              <a:t>: Multiple clients need consistent game state</a:t>
            </a:r>
          </a:p>
          <a:p>
            <a:pPr lvl="0"/>
            <a:r>
              <a:rPr b="1"/>
              <a:t>Solution</a:t>
            </a:r>
            <a:r>
              <a:rPr/>
              <a:t>: Server-authoritative architecture</a:t>
            </a:r>
          </a:p>
          <a:p>
            <a:pPr lvl="0"/>
            <a:r>
              <a:rPr b="1"/>
              <a:t>Implementation</a:t>
            </a:r>
            <a:r>
              <a:rPr/>
              <a:t>: Server processes all logic, broadcasts state</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Cloud Deployment Details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Render.com Deployment Process</a:t>
            </a:r>
          </a:p>
        </p:txBody>
      </p:sp>
      <p:sp>
        <p:nvSpPr>
          <p:cNvPr id="3" name="Content Placeholder 2"/>
          <p:cNvSpPr>
            <a:spLocks noGrp="1"/>
          </p:cNvSpPr>
          <p:nvPr>
            <p:ph idx="1"/>
          </p:nvPr>
        </p:nvSpPr>
        <p:spPr/>
        <p:txBody>
          <a:bodyPr/>
          <a:lstStyle/>
          <a:p>
            <a:pPr lvl="0" indent="0" marL="0">
              <a:buAutoNum type="arabicPeriod"/>
            </a:pPr>
            <a:r>
              <a:rPr b="1"/>
              <a:t>Repository Setup</a:t>
            </a:r>
            <a:r>
              <a:rPr/>
              <a:t>: Push to GitHub</a:t>
            </a:r>
          </a:p>
          <a:p>
            <a:pPr lvl="0" indent="0" marL="0">
              <a:buAutoNum type="arabicPeriod"/>
            </a:pPr>
            <a:r>
              <a:rPr b="1"/>
              <a:t>Service Configuration</a:t>
            </a:r>
            <a:r>
              <a:rPr/>
              <a:t>: Web service runs websockify proxy</a:t>
            </a:r>
          </a:p>
          <a:p>
            <a:pPr lvl="0" indent="0" marL="0">
              <a:buAutoNum type="arabicPeriod"/>
            </a:pPr>
            <a:r>
              <a:rPr b="1"/>
              <a:t>Environment Variables</a:t>
            </a:r>
            <a:r>
              <a:rPr/>
              <a:t>: Configure target host/port</a:t>
            </a:r>
          </a:p>
          <a:p>
            <a:pPr lvl="0" indent="0" marL="0">
              <a:buAutoNum type="arabicPeriod"/>
            </a:pPr>
            <a:r>
              <a:rPr b="1"/>
              <a:t>Client Connection</a:t>
            </a:r>
            <a:r>
              <a:rPr/>
              <a:t>: </a:t>
            </a:r>
            <a:r>
              <a:rPr>
                <a:latin typeface="Courier"/>
              </a:rPr>
              <a:t>wss://chapter-games-websockify.onrender.com</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Current Status</a:t>
            </a:r>
          </a:p>
        </p:txBody>
      </p:sp>
      <p:sp>
        <p:nvSpPr>
          <p:cNvPr id="3" name="Content Placeholder 2"/>
          <p:cNvSpPr>
            <a:spLocks noGrp="1"/>
          </p:cNvSpPr>
          <p:nvPr>
            <p:ph idx="1"/>
          </p:nvPr>
        </p:nvSpPr>
        <p:spPr/>
        <p:txBody>
          <a:bodyPr/>
          <a:lstStyle/>
          <a:p>
            <a:pPr lvl="0"/>
            <a:r>
              <a:rPr/>
              <a:t>✅ HTTPS connectivity (port 443): Working</a:t>
            </a:r>
          </a:p>
          <a:p>
            <a:pPr lvl="0"/>
            <a:r>
              <a:rPr/>
              <a:t>❌ WebSocket proxy (port 10000): Timeout issue</a:t>
            </a:r>
          </a:p>
          <a:p>
            <a:pPr lvl="0"/>
            <a:r>
              <a:rPr b="1"/>
              <a:t>Next Steps</a:t>
            </a:r>
            <a:r>
              <a:rPr/>
              <a:t>: Debug Render.com port configuration</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Future Enhancements</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Potential Improvements</a:t>
            </a:r>
          </a:p>
        </p:txBody>
      </p:sp>
      <p:sp>
        <p:nvSpPr>
          <p:cNvPr id="3" name="Content Placeholder 2"/>
          <p:cNvSpPr>
            <a:spLocks noGrp="1"/>
          </p:cNvSpPr>
          <p:nvPr>
            <p:ph idx="1"/>
          </p:nvPr>
        </p:nvSpPr>
        <p:spPr/>
        <p:txBody>
          <a:bodyPr/>
          <a:lstStyle/>
          <a:p>
            <a:pPr lvl="0" indent="0" marL="0">
              <a:buAutoNum type="arabicPeriod"/>
            </a:pPr>
            <a:r>
              <a:rPr b="1"/>
              <a:t>Gameplay Features</a:t>
            </a:r>
          </a:p>
          <a:p>
            <a:pPr lvl="1"/>
            <a:r>
              <a:rPr/>
              <a:t>Power-ups and special drops</a:t>
            </a:r>
          </a:p>
          <a:p>
            <a:pPr lvl="1"/>
            <a:r>
              <a:rPr/>
              <a:t>Different game modes (timed, survival)</a:t>
            </a:r>
          </a:p>
          <a:p>
            <a:pPr lvl="1"/>
            <a:r>
              <a:rPr/>
              <a:t>Player levels and progression</a:t>
            </a:r>
          </a:p>
          <a:p>
            <a:pPr lvl="1"/>
            <a:r>
              <a:rPr/>
              <a:t>Spectator mode</a:t>
            </a:r>
          </a:p>
          <a:p>
            <a:pPr lvl="0" indent="0" marL="0">
              <a:buAutoNum type="arabicPeriod"/>
            </a:pPr>
            <a:r>
              <a:rPr b="1"/>
              <a:t>Technical Enhancements</a:t>
            </a:r>
          </a:p>
          <a:p>
            <a:pPr lvl="1"/>
            <a:r>
              <a:rPr/>
              <a:t>WebRTC for peer-to-peer gameplay</a:t>
            </a:r>
          </a:p>
          <a:p>
            <a:pPr lvl="1"/>
            <a:r>
              <a:rPr/>
              <a:t>Redis for session persistence</a:t>
            </a:r>
          </a:p>
          <a:p>
            <a:pPr lvl="1"/>
            <a:r>
              <a:rPr/>
              <a:t>Load balancing for multiple server instances</a:t>
            </a:r>
          </a:p>
          <a:p>
            <a:pPr lvl="1"/>
            <a:r>
              <a:rPr/>
              <a:t>Mobile client (LibGDX Android)</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Conclusion</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Achievements</a:t>
            </a:r>
          </a:p>
        </p:txBody>
      </p:sp>
      <p:sp>
        <p:nvSpPr>
          <p:cNvPr id="3" name="Content Placeholder 2"/>
          <p:cNvSpPr>
            <a:spLocks noGrp="1"/>
          </p:cNvSpPr>
          <p:nvPr>
            <p:ph idx="1"/>
          </p:nvPr>
        </p:nvSpPr>
        <p:spPr/>
        <p:txBody>
          <a:bodyPr/>
          <a:lstStyle/>
          <a:p>
            <a:pPr lvl="0" indent="0" marL="0">
              <a:buNone/>
            </a:pPr>
            <a:r>
              <a:rPr/>
              <a:t>✅ WebSocket communication protocol design</a:t>
            </a:r>
            <a:br/>
            <a:r>
              <a:rPr/>
              <a:t>✅ Real-time game state synchronization</a:t>
            </a:r>
            <a:br/>
            <a:r>
              <a:rPr/>
              <a:t>✅ Docker containerization strategy</a:t>
            </a:r>
            <a:br/>
            <a:r>
              <a:rPr/>
              <a:t>✅ Cloud deployment with proxy configuration</a:t>
            </a:r>
            <a:br/>
            <a:r>
              <a:rPr/>
              <a:t>✅ Multi-platform client support</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Lessons Learned</a:t>
            </a:r>
          </a:p>
        </p:txBody>
      </p:sp>
      <p:sp>
        <p:nvSpPr>
          <p:cNvPr id="3" name="Content Placeholder 2"/>
          <p:cNvSpPr>
            <a:spLocks noGrp="1"/>
          </p:cNvSpPr>
          <p:nvPr>
            <p:ph idx="1"/>
          </p:nvPr>
        </p:nvSpPr>
        <p:spPr/>
        <p:txBody>
          <a:bodyPr/>
          <a:lstStyle/>
          <a:p>
            <a:pPr lvl="0"/>
            <a:r>
              <a:rPr/>
              <a:t>WebSocket excellent for real-time multiplayer games</a:t>
            </a:r>
          </a:p>
          <a:p>
            <a:pPr lvl="0"/>
            <a:r>
              <a:rPr/>
              <a:t>Server-authoritative architecture prevents cheating</a:t>
            </a:r>
          </a:p>
          <a:p>
            <a:pPr lvl="0"/>
            <a:r>
              <a:rPr/>
              <a:t>Docker simplifies cross-environment deployment</a:t>
            </a:r>
          </a:p>
          <a:p>
            <a:pPr lvl="0"/>
            <a:r>
              <a:rPr/>
              <a:t>Cloud deployment requires careful network configuration</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Thank You</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&amp; Discussion</a:t>
            </a:r>
          </a:p>
        </p:txBody>
      </p:sp>
      <p:sp>
        <p:nvSpPr>
          <p:cNvPr id="3" name="Content Placeholder 2"/>
          <p:cNvSpPr>
            <a:spLocks noGrp="1"/>
          </p:cNvSpPr>
          <p:nvPr>
            <p:ph idx="1"/>
          </p:nvPr>
        </p:nvSpPr>
        <p:spPr/>
        <p:txBody>
          <a:bodyPr/>
          <a:lstStyle/>
          <a:p>
            <a:pPr lvl="0" indent="0" marL="0">
              <a:buNone/>
            </a:pPr>
            <a:r>
              <a:rPr b="1"/>
              <a:t>Repository</a:t>
            </a:r>
            <a:r>
              <a:rPr/>
              <a:t>: https://github.com/saloni-agarwal-ing/Chapter_Games</a:t>
            </a:r>
            <a:br/>
            <a:r>
              <a:rPr b="1"/>
              <a:t>Technologies</a:t>
            </a:r>
            <a:r>
              <a:rPr/>
              <a:t>: Java 8, LibGDX, WebSocket, Docker, Render.com</a:t>
            </a:r>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theme/theme1.xml><?xml version="1.0" encoding="utf-8"?>
<a:theme xmlns:a="http://schemas.openxmlformats.org/drawingml/2006/main" name="ING_PP_Template_16x9_January2020">
  <a:themeElements>
    <a:clrScheme name="ING 2020">
      <a:dk1>
        <a:srgbClr val="000000"/>
      </a:dk1>
      <a:lt1>
        <a:sysClr val="window" lastClr="FFFFFF"/>
      </a:lt1>
      <a:dk2>
        <a:srgbClr val="FF6200"/>
      </a:dk2>
      <a:lt2>
        <a:srgbClr val="696969"/>
      </a:lt2>
      <a:accent1>
        <a:srgbClr val="FF6200"/>
      </a:accent1>
      <a:accent2>
        <a:srgbClr val="A8A8A8"/>
      </a:accent2>
      <a:accent3>
        <a:srgbClr val="525199"/>
      </a:accent3>
      <a:accent4>
        <a:srgbClr val="559BD1"/>
      </a:accent4>
      <a:accent5>
        <a:srgbClr val="AB0066"/>
      </a:accent5>
      <a:accent6>
        <a:srgbClr val="D0D93C"/>
      </a:accent6>
      <a:hlink>
        <a:srgbClr val="525199"/>
      </a:hlink>
      <a:folHlink>
        <a:srgbClr val="AB0066"/>
      </a:folHlink>
    </a:clrScheme>
    <a:fontScheme name="ING ME">
      <a:majorFont>
        <a:latin typeface="ING Me"/>
        <a:ea typeface=""/>
        <a:cs typeface=""/>
      </a:majorFont>
      <a:minorFont>
        <a:latin typeface="ING Me"/>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6350">
          <a:solidFill>
            <a:schemeClr val="accent1"/>
          </a:solidFill>
        </a:ln>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lgn="ctr">
          <a:lnSpc>
            <a:spcPct val="90000"/>
          </a:lnSpc>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A8A8A8"/>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36000" tIns="36000" rIns="36000" bIns="36000" rtlCol="0">
        <a:spAutoFit/>
      </a:bodyPr>
      <a:lstStyle>
        <a:defPPr>
          <a:defRPr sz="1400" dirty="0" err="1" smtClean="0"/>
        </a:defPPr>
      </a:lstStyle>
    </a:txDef>
  </a:objectDefaults>
  <a:extraClrSchemeLst/>
  <a:custClrLst>
    <a:custClr name="ING Orange">
      <a:srgbClr val="FF6200"/>
    </a:custClr>
    <a:custClr name="ING Light Grey">
      <a:srgbClr val="A8A8A8"/>
    </a:custClr>
    <a:custClr name="ING Mid Grey">
      <a:srgbClr val="696969"/>
    </a:custClr>
    <a:custClr name="ING Text color">
      <a:srgbClr val="333333"/>
    </a:custClr>
    <a:custClr name="ING Indigo">
      <a:srgbClr val="525199"/>
    </a:custClr>
    <a:custClr name="ING Sky">
      <a:srgbClr val="559BD1"/>
    </a:custClr>
    <a:custClr name="ING Fuchsia">
      <a:srgbClr val="AB0066"/>
    </a:custClr>
    <a:custClr name="ING Lime">
      <a:srgbClr val="D0D93C"/>
    </a:custClr>
    <a:custClr name="ING Leaf / Plus">
      <a:srgbClr val="349651"/>
    </a:custClr>
    <a:custClr name="ING Minus">
      <a:srgbClr val="FF0000"/>
    </a:custClr>
  </a:custClrLst>
  <a:extLst>
    <a:ext uri="{05A4C25C-085E-4340-85A3-A5531E510DB2}">
      <thm15:themeFamily xmlns:thm15="http://schemas.microsoft.com/office/thememl/2012/main" name="Presentation1" id="{AA03BD89-DE69-440C-B6C0-7E4EE3A84D5E}" vid="{0E985E53-AD5D-43D4-98F6-63ED5E9389F1}"/>
    </a:ext>
  </a:extLst>
</a:theme>
</file>

<file path=ppt/theme/theme2.xml><?xml version="1.0" encoding="utf-8"?>
<a:theme xmlns:a="http://schemas.openxmlformats.org/drawingml/2006/main" name="1_ING_PP_Template_16x9_January2020">
  <a:themeElements>
    <a:clrScheme name="ING 2020">
      <a:dk1>
        <a:srgbClr val="000000"/>
      </a:dk1>
      <a:lt1>
        <a:sysClr val="window" lastClr="FFFFFF"/>
      </a:lt1>
      <a:dk2>
        <a:srgbClr val="FF6200"/>
      </a:dk2>
      <a:lt2>
        <a:srgbClr val="696969"/>
      </a:lt2>
      <a:accent1>
        <a:srgbClr val="FF6200"/>
      </a:accent1>
      <a:accent2>
        <a:srgbClr val="A8A8A8"/>
      </a:accent2>
      <a:accent3>
        <a:srgbClr val="525199"/>
      </a:accent3>
      <a:accent4>
        <a:srgbClr val="559BD1"/>
      </a:accent4>
      <a:accent5>
        <a:srgbClr val="AB0066"/>
      </a:accent5>
      <a:accent6>
        <a:srgbClr val="D0D93C"/>
      </a:accent6>
      <a:hlink>
        <a:srgbClr val="525199"/>
      </a:hlink>
      <a:folHlink>
        <a:srgbClr val="AB0066"/>
      </a:folHlink>
    </a:clrScheme>
    <a:fontScheme name="ING ME">
      <a:majorFont>
        <a:latin typeface="ING Me"/>
        <a:ea typeface=""/>
        <a:cs typeface=""/>
      </a:majorFont>
      <a:minorFont>
        <a:latin typeface="ING Me"/>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6350">
          <a:solidFill>
            <a:schemeClr val="accent1"/>
          </a:solidFill>
        </a:ln>
      </a:spPr>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lgn="ctr">
          <a:lnSpc>
            <a:spcPct val="90000"/>
          </a:lnSpc>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A8A8A8"/>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36000" tIns="36000" rIns="36000" bIns="36000" rtlCol="0">
        <a:spAutoFit/>
      </a:bodyPr>
      <a:lstStyle>
        <a:defPPr>
          <a:defRPr sz="1400" dirty="0" err="1" smtClean="0"/>
        </a:defPPr>
      </a:lstStyle>
    </a:txDef>
  </a:objectDefaults>
  <a:extraClrSchemeLst/>
  <a:custClrLst>
    <a:custClr name="ING Orange">
      <a:srgbClr val="FF6200"/>
    </a:custClr>
    <a:custClr name="ING Light Grey">
      <a:srgbClr val="A8A8A8"/>
    </a:custClr>
    <a:custClr name="ING Mid Grey">
      <a:srgbClr val="696969"/>
    </a:custClr>
    <a:custClr name="ING Text color">
      <a:srgbClr val="333333"/>
    </a:custClr>
    <a:custClr name="ING Indigo">
      <a:srgbClr val="525199"/>
    </a:custClr>
    <a:custClr name="ING Sky">
      <a:srgbClr val="559BD1"/>
    </a:custClr>
    <a:custClr name="ING Fuchsia">
      <a:srgbClr val="AB0066"/>
    </a:custClr>
    <a:custClr name="ING Lime">
      <a:srgbClr val="D0D93C"/>
    </a:custClr>
    <a:custClr name="ING Leaf / Plus">
      <a:srgbClr val="349651"/>
    </a:custClr>
    <a:custClr name="ING Minus">
      <a:srgbClr val="FF0000"/>
    </a:custClr>
  </a:custClrLst>
  <a:extLst>
    <a:ext uri="{05A4C25C-085E-4340-85A3-A5531E510DB2}">
      <thm15:themeFamily xmlns:thm15="http://schemas.microsoft.com/office/thememl/2012/main" name="Presentation1" id="{AA03BD89-DE69-440C-B6C0-7E4EE3A84D5E}" vid="{175B3AD0-9A44-4CBA-97F2-83A38BD88FEA}"/>
    </a:ext>
  </a:extLst>
</a:theme>
</file>

<file path=ppt/theme/theme3.xml><?xml version="1.0" encoding="utf-8"?>
<a:theme xmlns:a="http://schemas.openxmlformats.org/drawingml/2006/main" name="Office Theme">
  <a:themeElements>
    <a:clrScheme name="ING 2016">
      <a:dk1>
        <a:srgbClr val="333333"/>
      </a:dk1>
      <a:lt1>
        <a:sysClr val="window" lastClr="FFFFFF"/>
      </a:lt1>
      <a:dk2>
        <a:srgbClr val="FF6200"/>
      </a:dk2>
      <a:lt2>
        <a:srgbClr val="696969"/>
      </a:lt2>
      <a:accent1>
        <a:srgbClr val="FF6200"/>
      </a:accent1>
      <a:accent2>
        <a:srgbClr val="A8A8A8"/>
      </a:accent2>
      <a:accent3>
        <a:srgbClr val="525199"/>
      </a:accent3>
      <a:accent4>
        <a:srgbClr val="60A6DA"/>
      </a:accent4>
      <a:accent5>
        <a:srgbClr val="AB0066"/>
      </a:accent5>
      <a:accent6>
        <a:srgbClr val="D0D93C"/>
      </a:accent6>
      <a:hlink>
        <a:srgbClr val="525199"/>
      </a:hlink>
      <a:folHlink>
        <a:srgbClr val="AB0066"/>
      </a:folHlink>
    </a:clrScheme>
    <a:fontScheme name="ING ME">
      <a:majorFont>
        <a:latin typeface="ING Me"/>
        <a:ea typeface=""/>
        <a:cs typeface=""/>
      </a:majorFont>
      <a:minorFont>
        <a:latin typeface="ING M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TotalTime>
  <Words>519</Words>
  <Application>Microsoft Office PowerPoint</Application>
  <PresentationFormat>Widescreen</PresentationFormat>
  <Paragraphs>73</Paragraphs>
  <Slides>11</Slides>
  <Notes>10</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11</vt:i4>
      </vt:variant>
    </vt:vector>
  </HeadingPairs>
  <TitlesOfParts>
    <vt:vector size="15" baseType="lpstr">
      <vt:lpstr>ING Me</vt:lpstr>
      <vt:lpstr>Arial</vt:lpstr>
      <vt:lpstr>ING_PP_Template_16x9_January2020</vt:lpstr>
      <vt:lpstr>1_ING_PP_Template_16x9_January2020</vt:lpstr>
      <vt:lpstr>Title of this presentation</vt:lpstr>
      <vt:lpstr>Title of this presentation</vt:lpstr>
      <vt:lpstr>Title of this presentation</vt:lpstr>
      <vt:lpstr>Title of this presentation</vt:lpstr>
      <vt:lpstr>Title of this divider</vt:lpstr>
      <vt:lpstr>Title of this divider</vt:lpstr>
      <vt:lpstr>Example index/agenda</vt:lpstr>
      <vt:lpstr>Example text lay-out</vt:lpstr>
      <vt:lpstr>Example bullet points / text lay-out</vt:lpstr>
      <vt:lpstr>Follow us</vt:lpstr>
      <vt:lpstr>PowerPoint Presentation</vt:lpstr>
    </vt:vector>
  </TitlesOfParts>
  <Company>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Drop Game - Multiplayer WebSocket Implementation</dc:title>
  <dc:creator>Your Name</dc:creator>
  <cp:keywords/>
  <dcterms:created xsi:type="dcterms:W3CDTF">2026-01-26T14:52:40Z</dcterms:created>
  <dcterms:modified xsi:type="dcterms:W3CDTF">2026-01-26T14:52:40Z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January 2026</vt:lpwstr>
  </property>
  <property fmtid="{D5CDD505-2E9C-101B-9397-08002B2CF9AE}" pid="3" name="subtitle">
    <vt:lpwstr>Project Overview &amp; Architecture</vt:lpwstr>
  </property>
</Properties>
</file>